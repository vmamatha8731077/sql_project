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5" r:id="rId1"/>
  </p:sldMasterIdLst>
  <p:notesMasterIdLst>
    <p:notesMasterId r:id="rId15"/>
  </p:notesMasterIdLst>
  <p:sldIdLst>
    <p:sldId id="258" r:id="rId2"/>
    <p:sldId id="267" r:id="rId3"/>
    <p:sldId id="277" r:id="rId4"/>
    <p:sldId id="278" r:id="rId5"/>
    <p:sldId id="279" r:id="rId6"/>
    <p:sldId id="276" r:id="rId7"/>
    <p:sldId id="285" r:id="rId8"/>
    <p:sldId id="269" r:id="rId9"/>
    <p:sldId id="280" r:id="rId10"/>
    <p:sldId id="281" r:id="rId11"/>
    <p:sldId id="286" r:id="rId12"/>
    <p:sldId id="283" r:id="rId13"/>
    <p:sldId id="274"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F3045A-C147-4910-BF9C-4BCBA6484379}" type="datetimeFigureOut">
              <a:rPr lang="en-US" smtClean="0"/>
              <a:t>5/9/2024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2B320D-2F0B-462B-BBCC-D8524F32E4F4}" type="slidenum">
              <a:rPr lang="en-US" smtClean="0"/>
              <a:t>‹#›</a:t>
            </a:fld>
            <a:endParaRPr lang="en-US"/>
          </a:p>
        </p:txBody>
      </p:sp>
    </p:spTree>
    <p:extLst>
      <p:ext uri="{BB962C8B-B14F-4D97-AF65-F5344CB8AC3E}">
        <p14:creationId xmlns:p14="http://schemas.microsoft.com/office/powerpoint/2010/main" val="38175421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02B320D-2F0B-462B-BBCC-D8524F32E4F4}" type="slidenum">
              <a:rPr lang="en-US" smtClean="0"/>
              <a:t>1</a:t>
            </a:fld>
            <a:endParaRPr lang="en-US"/>
          </a:p>
        </p:txBody>
      </p:sp>
    </p:spTree>
    <p:extLst>
      <p:ext uri="{BB962C8B-B14F-4D97-AF65-F5344CB8AC3E}">
        <p14:creationId xmlns:p14="http://schemas.microsoft.com/office/powerpoint/2010/main" val="5970660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02B320D-2F0B-462B-BBCC-D8524F32E4F4}" type="slidenum">
              <a:rPr lang="en-US" smtClean="0"/>
              <a:t>2</a:t>
            </a:fld>
            <a:endParaRPr lang="en-US"/>
          </a:p>
        </p:txBody>
      </p:sp>
    </p:spTree>
    <p:extLst>
      <p:ext uri="{BB962C8B-B14F-4D97-AF65-F5344CB8AC3E}">
        <p14:creationId xmlns:p14="http://schemas.microsoft.com/office/powerpoint/2010/main" val="38725894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02B320D-2F0B-462B-BBCC-D8524F32E4F4}" type="slidenum">
              <a:rPr lang="en-US" smtClean="0"/>
              <a:t>3</a:t>
            </a:fld>
            <a:endParaRPr lang="en-US"/>
          </a:p>
        </p:txBody>
      </p:sp>
    </p:spTree>
    <p:extLst>
      <p:ext uri="{BB962C8B-B14F-4D97-AF65-F5344CB8AC3E}">
        <p14:creationId xmlns:p14="http://schemas.microsoft.com/office/powerpoint/2010/main" val="11907114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02B320D-2F0B-462B-BBCC-D8524F32E4F4}" type="slidenum">
              <a:rPr lang="en-US" smtClean="0"/>
              <a:t>4</a:t>
            </a:fld>
            <a:endParaRPr lang="en-US"/>
          </a:p>
        </p:txBody>
      </p:sp>
    </p:spTree>
    <p:extLst>
      <p:ext uri="{BB962C8B-B14F-4D97-AF65-F5344CB8AC3E}">
        <p14:creationId xmlns:p14="http://schemas.microsoft.com/office/powerpoint/2010/main" val="30152932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02B320D-2F0B-462B-BBCC-D8524F32E4F4}" type="slidenum">
              <a:rPr lang="en-US" smtClean="0"/>
              <a:t>5</a:t>
            </a:fld>
            <a:endParaRPr lang="en-US"/>
          </a:p>
        </p:txBody>
      </p:sp>
    </p:spTree>
    <p:extLst>
      <p:ext uri="{BB962C8B-B14F-4D97-AF65-F5344CB8AC3E}">
        <p14:creationId xmlns:p14="http://schemas.microsoft.com/office/powerpoint/2010/main" val="36438455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02B320D-2F0B-462B-BBCC-D8524F32E4F4}" type="slidenum">
              <a:rPr lang="en-US" smtClean="0"/>
              <a:t>6</a:t>
            </a:fld>
            <a:endParaRPr lang="en-US"/>
          </a:p>
        </p:txBody>
      </p:sp>
    </p:spTree>
    <p:extLst>
      <p:ext uri="{BB962C8B-B14F-4D97-AF65-F5344CB8AC3E}">
        <p14:creationId xmlns:p14="http://schemas.microsoft.com/office/powerpoint/2010/main" val="17107395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02B320D-2F0B-462B-BBCC-D8524F32E4F4}" type="slidenum">
              <a:rPr lang="en-US" smtClean="0"/>
              <a:t>13</a:t>
            </a:fld>
            <a:endParaRPr lang="en-US"/>
          </a:p>
        </p:txBody>
      </p:sp>
    </p:spTree>
    <p:extLst>
      <p:ext uri="{BB962C8B-B14F-4D97-AF65-F5344CB8AC3E}">
        <p14:creationId xmlns:p14="http://schemas.microsoft.com/office/powerpoint/2010/main" val="30753157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89" name="Group 88"/>
          <p:cNvGrpSpPr/>
          <p:nvPr/>
        </p:nvGrpSpPr>
        <p:grpSpPr>
          <a:xfrm>
            <a:off x="-329674" y="-59376"/>
            <a:ext cx="12515851" cy="6923798"/>
            <a:chOff x="-329674" y="-51881"/>
            <a:chExt cx="12515851" cy="6923798"/>
          </a:xfrm>
        </p:grpSpPr>
        <p:sp>
          <p:nvSpPr>
            <p:cNvPr id="90"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3"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0"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1"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2"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3"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4"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5"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6"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7"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8"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1669293" y="1186483"/>
            <a:ext cx="8848345" cy="4477933"/>
            <a:chOff x="1669293" y="1186483"/>
            <a:chExt cx="8848345" cy="4477933"/>
          </a:xfrm>
        </p:grpSpPr>
        <p:sp>
          <p:nvSpPr>
            <p:cNvPr id="39" name="Rectangle 38"/>
            <p:cNvSpPr/>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1" name="Rectangle 40"/>
            <p:cNvSpPr/>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1ECB5883-038C-4696-8E27-1811E470D6D4}" type="datetime1">
              <a:rPr lang="en-US" smtClean="0"/>
              <a:t>5/9/2024</a:t>
            </a:fld>
            <a:endParaRPr lang="en-US"/>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r>
              <a:rPr lang="en-US"/>
              <a:t>Sample Footer Text</a:t>
            </a:r>
          </a:p>
        </p:txBody>
      </p:sp>
      <p:sp>
        <p:nvSpPr>
          <p:cNvPr id="6" name="Slide Number Placeholder 5"/>
          <p:cNvSpPr>
            <a:spLocks noGrp="1"/>
          </p:cNvSpPr>
          <p:nvPr>
            <p:ph type="sldNum" sz="quarter" idx="12"/>
          </p:nvPr>
        </p:nvSpPr>
        <p:spPr>
          <a:xfrm>
            <a:off x="10469880" y="320040"/>
            <a:ext cx="914400" cy="320040"/>
          </a:xfrm>
        </p:spPr>
        <p:txBody>
          <a:bodyPr/>
          <a:lstStyle/>
          <a:p>
            <a:fld id="{C68AC1EC-23E2-4F0E-A5A4-674EC8DB954E}" type="slidenum">
              <a:rPr lang="en-US" smtClean="0"/>
              <a:t>‹#›</a:t>
            </a:fld>
            <a:endParaRPr lang="en-US"/>
          </a:p>
        </p:txBody>
      </p:sp>
    </p:spTree>
    <p:extLst>
      <p:ext uri="{BB962C8B-B14F-4D97-AF65-F5344CB8AC3E}">
        <p14:creationId xmlns:p14="http://schemas.microsoft.com/office/powerpoint/2010/main" val="27338936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grpSp>
        <p:nvGrpSpPr>
          <p:cNvPr id="80" name="Group 79"/>
          <p:cNvGrpSpPr/>
          <p:nvPr/>
        </p:nvGrpSpPr>
        <p:grpSpPr>
          <a:xfrm>
            <a:off x="-417513"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7" name="Group 26"/>
          <p:cNvGrpSpPr/>
          <p:nvPr/>
        </p:nvGrpSpPr>
        <p:grpSpPr>
          <a:xfrm>
            <a:off x="800144" y="1699589"/>
            <a:ext cx="3674476" cy="3470421"/>
            <a:chOff x="697883" y="1816768"/>
            <a:chExt cx="3674476" cy="3470421"/>
          </a:xfrm>
        </p:grpSpPr>
        <p:sp>
          <p:nvSpPr>
            <p:cNvPr id="28" name="Rectangle 27"/>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9"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Rectangle 29"/>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49925"/>
            <a:ext cx="3498979" cy="2456442"/>
          </a:xfrm>
        </p:spPr>
        <p:txBody>
          <a:bodyPr/>
          <a:lstStyle>
            <a:lvl1pPr>
              <a:defRPr>
                <a:solidFill>
                  <a:srgbClr val="FFFEFF"/>
                </a:solidFill>
              </a:defRPr>
            </a:lvl1pPr>
          </a:lstStyle>
          <a:p>
            <a:r>
              <a:rPr lang="en-US"/>
              <a:t>Click to edit Master title style</a:t>
            </a:r>
            <a:endParaRPr lang="en-US" dirty="0"/>
          </a:p>
        </p:txBody>
      </p:sp>
      <p:sp>
        <p:nvSpPr>
          <p:cNvPr id="3" name="Content Placeholder 2"/>
          <p:cNvSpPr>
            <a:spLocks noGrp="1"/>
          </p:cNvSpPr>
          <p:nvPr>
            <p:ph idx="1"/>
          </p:nvPr>
        </p:nvSpPr>
        <p:spPr>
          <a:xfrm>
            <a:off x="5118447" y="803186"/>
            <a:ext cx="6281873" cy="5248622"/>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9F6069-8263-4296-913A-BC2234E8D32B}" type="datetime1">
              <a:rPr lang="en-US" smtClean="0"/>
              <a:t>5/9/2024</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C68AC1EC-23E2-4F0E-A5A4-674EC8DB954E}" type="slidenum">
              <a:rPr lang="en-US" smtClean="0"/>
              <a:t>‹#›</a:t>
            </a:fld>
            <a:endParaRPr lang="en-US"/>
          </a:p>
        </p:txBody>
      </p:sp>
    </p:spTree>
    <p:extLst>
      <p:ext uri="{BB962C8B-B14F-4D97-AF65-F5344CB8AC3E}">
        <p14:creationId xmlns:p14="http://schemas.microsoft.com/office/powerpoint/2010/main" val="9372429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77" name="Group 76"/>
          <p:cNvGrpSpPr/>
          <p:nvPr/>
        </p:nvGrpSpPr>
        <p:grpSpPr>
          <a:xfrm>
            <a:off x="-329674" y="-59376"/>
            <a:ext cx="12515851" cy="6923798"/>
            <a:chOff x="-329674" y="-51881"/>
            <a:chExt cx="12515851" cy="6923798"/>
          </a:xfrm>
        </p:grpSpPr>
        <p:sp>
          <p:nvSpPr>
            <p:cNvPr id="78"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3259545" y="1186483"/>
            <a:ext cx="5666145" cy="4477933"/>
            <a:chOff x="3259545" y="1186483"/>
            <a:chExt cx="5666145" cy="4477933"/>
          </a:xfrm>
        </p:grpSpPr>
        <p:sp>
          <p:nvSpPr>
            <p:cNvPr id="99" name="Rectangle 98"/>
            <p:cNvSpPr/>
            <p:nvPr/>
          </p:nvSpPr>
          <p:spPr>
            <a:xfrm>
              <a:off x="3259545" y="1186483"/>
              <a:ext cx="5657881"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1" name="Rectangle 100"/>
            <p:cNvSpPr/>
            <p:nvPr/>
          </p:nvSpPr>
          <p:spPr>
            <a:xfrm>
              <a:off x="3259545" y="1991156"/>
              <a:ext cx="5666145"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3344216" y="2074730"/>
            <a:ext cx="5490224" cy="1689390"/>
          </a:xfrm>
        </p:spPr>
        <p:txBody>
          <a:bodyPr bIns="0" anchor="b">
            <a:normAutofit/>
          </a:bodyPr>
          <a:lstStyle>
            <a:lvl1pPr algn="ctr">
              <a:defRPr sz="4400">
                <a:solidFill>
                  <a:srgbClr val="FFFEFF"/>
                </a:solidFill>
              </a:defRPr>
            </a:lvl1pPr>
          </a:lstStyle>
          <a:p>
            <a:r>
              <a:rPr lang="en-US"/>
              <a:t>Click to edit Master title style</a:t>
            </a:r>
            <a:endParaRPr lang="en-US" dirty="0"/>
          </a:p>
        </p:txBody>
      </p:sp>
      <p:sp>
        <p:nvSpPr>
          <p:cNvPr id="3" name="Text Placeholder 2"/>
          <p:cNvSpPr>
            <a:spLocks noGrp="1"/>
          </p:cNvSpPr>
          <p:nvPr>
            <p:ph type="body" idx="1"/>
          </p:nvPr>
        </p:nvSpPr>
        <p:spPr>
          <a:xfrm>
            <a:off x="3344215" y="3846851"/>
            <a:ext cx="5490223" cy="1383770"/>
          </a:xfrm>
        </p:spPr>
        <p:txBody>
          <a:bodyPr tIns="0">
            <a:normAutofit/>
          </a:bodyPr>
          <a:lstStyle>
            <a:lvl1pPr marL="0" indent="0" algn="ctr">
              <a:buNone/>
              <a:defRPr sz="1800">
                <a:solidFill>
                  <a:srgbClr val="FFFEFF"/>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04672" y="320040"/>
            <a:ext cx="3657600" cy="320040"/>
          </a:xfrm>
        </p:spPr>
        <p:txBody>
          <a:bodyPr/>
          <a:lstStyle/>
          <a:p>
            <a:fld id="{BC9F5005-EC25-4FB9-B19B-2437F0B120D2}" type="datetime1">
              <a:rPr lang="en-US" smtClean="0"/>
              <a:t>5/9/2024</a:t>
            </a:fld>
            <a:endParaRPr lang="en-US"/>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r>
              <a:rPr lang="en-US"/>
              <a:t>Sample Footer Text</a:t>
            </a:r>
          </a:p>
        </p:txBody>
      </p:sp>
      <p:sp>
        <p:nvSpPr>
          <p:cNvPr id="6" name="Slide Number Placeholder 5"/>
          <p:cNvSpPr>
            <a:spLocks noGrp="1"/>
          </p:cNvSpPr>
          <p:nvPr>
            <p:ph type="sldNum" sz="quarter" idx="12"/>
          </p:nvPr>
        </p:nvSpPr>
        <p:spPr>
          <a:xfrm>
            <a:off x="10469880" y="320040"/>
            <a:ext cx="914400" cy="320040"/>
          </a:xfrm>
        </p:spPr>
        <p:txBody>
          <a:bodyPr/>
          <a:lstStyle/>
          <a:p>
            <a:fld id="{C68AC1EC-23E2-4F0E-A5A4-674EC8DB954E}" type="slidenum">
              <a:rPr lang="en-US" smtClean="0"/>
              <a:t>‹#›</a:t>
            </a:fld>
            <a:endParaRPr lang="en-US"/>
          </a:p>
        </p:txBody>
      </p:sp>
    </p:spTree>
    <p:extLst>
      <p:ext uri="{BB962C8B-B14F-4D97-AF65-F5344CB8AC3E}">
        <p14:creationId xmlns:p14="http://schemas.microsoft.com/office/powerpoint/2010/main" val="30654974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grpSp>
        <p:nvGrpSpPr>
          <p:cNvPr id="37" name="Group 36"/>
          <p:cNvGrpSpPr/>
          <p:nvPr/>
        </p:nvGrpSpPr>
        <p:grpSpPr>
          <a:xfrm>
            <a:off x="-417513" y="0"/>
            <a:ext cx="12584114" cy="6853238"/>
            <a:chOff x="-417513" y="0"/>
            <a:chExt cx="12584114" cy="6853238"/>
          </a:xfrm>
        </p:grpSpPr>
        <p:sp>
          <p:nvSpPr>
            <p:cNvPr id="3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59" name="Group 58"/>
          <p:cNvGrpSpPr/>
          <p:nvPr/>
        </p:nvGrpSpPr>
        <p:grpSpPr>
          <a:xfrm>
            <a:off x="800144" y="1699589"/>
            <a:ext cx="3674476" cy="3470421"/>
            <a:chOff x="697883" y="1816768"/>
            <a:chExt cx="3674476" cy="3470421"/>
          </a:xfrm>
        </p:grpSpPr>
        <p:sp>
          <p:nvSpPr>
            <p:cNvPr id="60" name="Rectangle 59"/>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 name="Rectangle 61"/>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0" y="2339669"/>
            <a:ext cx="3500828" cy="2470065"/>
          </a:xfrm>
        </p:spPr>
        <p:txBody>
          <a:bodyPr lIns="91440" tIns="91440" rIns="91440" bIns="91440"/>
          <a:lstStyle>
            <a:lvl1pPr>
              <a:defRPr>
                <a:solidFill>
                  <a:srgbClr val="FFFEFF"/>
                </a:solidFill>
              </a:defRPr>
            </a:lvl1pPr>
          </a:lstStyle>
          <a:p>
            <a:r>
              <a:rPr lang="en-US"/>
              <a:t>Click to edit Master title style</a:t>
            </a:r>
            <a:endParaRPr lang="en-US" dirty="0"/>
          </a:p>
        </p:txBody>
      </p:sp>
      <p:sp>
        <p:nvSpPr>
          <p:cNvPr id="3" name="Content Placeholder 2"/>
          <p:cNvSpPr>
            <a:spLocks noGrp="1"/>
          </p:cNvSpPr>
          <p:nvPr>
            <p:ph sz="half" idx="1"/>
          </p:nvPr>
        </p:nvSpPr>
        <p:spPr>
          <a:xfrm>
            <a:off x="5120878" y="803187"/>
            <a:ext cx="6269591" cy="23826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118447" y="3672162"/>
            <a:ext cx="6272022" cy="23835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804672" y="320040"/>
            <a:ext cx="3657600" cy="320040"/>
          </a:xfrm>
        </p:spPr>
        <p:txBody>
          <a:bodyPr/>
          <a:lstStyle/>
          <a:p>
            <a:fld id="{0B283B5C-2325-42FF-AF91-C1451D9D66CC}" type="datetime1">
              <a:rPr lang="en-US" smtClean="0"/>
              <a:t>5/9/2024</a:t>
            </a:fld>
            <a:endParaRPr lang="en-US"/>
          </a:p>
        </p:txBody>
      </p:sp>
      <p:sp>
        <p:nvSpPr>
          <p:cNvPr id="6" name="Footer Placeholder 5"/>
          <p:cNvSpPr>
            <a:spLocks noGrp="1"/>
          </p:cNvSpPr>
          <p:nvPr>
            <p:ph type="ftr" sz="quarter" idx="11"/>
          </p:nvPr>
        </p:nvSpPr>
        <p:spPr>
          <a:xfrm>
            <a:off x="804672" y="6227064"/>
            <a:ext cx="10588752" cy="320040"/>
          </a:xfrm>
        </p:spPr>
        <p:txBody>
          <a:bodyPr/>
          <a:lstStyle/>
          <a:p>
            <a:r>
              <a:rPr lang="en-US"/>
              <a:t>Sample Footer Text</a:t>
            </a:r>
          </a:p>
        </p:txBody>
      </p:sp>
      <p:sp>
        <p:nvSpPr>
          <p:cNvPr id="7" name="Slide Number Placeholder 6"/>
          <p:cNvSpPr>
            <a:spLocks noGrp="1"/>
          </p:cNvSpPr>
          <p:nvPr>
            <p:ph type="sldNum" sz="quarter" idx="12"/>
          </p:nvPr>
        </p:nvSpPr>
        <p:spPr>
          <a:xfrm>
            <a:off x="10469880" y="320040"/>
            <a:ext cx="914400" cy="320040"/>
          </a:xfrm>
        </p:spPr>
        <p:txBody>
          <a:bodyPr/>
          <a:lstStyle/>
          <a:p>
            <a:fld id="{C68AC1EC-23E2-4F0E-A5A4-674EC8DB954E}" type="slidenum">
              <a:rPr lang="en-US" smtClean="0"/>
              <a:t>‹#›</a:t>
            </a:fld>
            <a:endParaRPr lang="en-US"/>
          </a:p>
        </p:txBody>
      </p:sp>
    </p:spTree>
    <p:extLst>
      <p:ext uri="{BB962C8B-B14F-4D97-AF65-F5344CB8AC3E}">
        <p14:creationId xmlns:p14="http://schemas.microsoft.com/office/powerpoint/2010/main" val="35307239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grpSp>
        <p:nvGrpSpPr>
          <p:cNvPr id="39" name="Group 38"/>
          <p:cNvGrpSpPr/>
          <p:nvPr/>
        </p:nvGrpSpPr>
        <p:grpSpPr>
          <a:xfrm>
            <a:off x="-417513" y="0"/>
            <a:ext cx="12584114" cy="6853238"/>
            <a:chOff x="-417513" y="0"/>
            <a:chExt cx="12584114" cy="6853238"/>
          </a:xfrm>
        </p:grpSpPr>
        <p:sp>
          <p:nvSpPr>
            <p:cNvPr id="40"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2"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5"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6"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5"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6"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7"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9"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0"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61" name="Group 60"/>
          <p:cNvGrpSpPr/>
          <p:nvPr/>
        </p:nvGrpSpPr>
        <p:grpSpPr>
          <a:xfrm>
            <a:off x="800144" y="1699589"/>
            <a:ext cx="3674476" cy="3470421"/>
            <a:chOff x="697883" y="1816768"/>
            <a:chExt cx="3674476" cy="3470421"/>
          </a:xfrm>
        </p:grpSpPr>
        <p:sp>
          <p:nvSpPr>
            <p:cNvPr id="62" name="Rectangle 6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 name="Rectangle 63"/>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1" y="2363915"/>
            <a:ext cx="3500828" cy="2460497"/>
          </a:xfrm>
        </p:spPr>
        <p:txBody>
          <a:bodyPr lIns="91440" tIns="91440" rIns="91440" bIns="91440"/>
          <a:lstStyle>
            <a:lvl1pPr>
              <a:defRPr>
                <a:solidFill>
                  <a:srgbClr val="FFFEFF"/>
                </a:solidFill>
              </a:defRPr>
            </a:lvl1pPr>
          </a:lstStyle>
          <a:p>
            <a:r>
              <a:rPr lang="en-US"/>
              <a:t>Click to edit Master title style</a:t>
            </a:r>
            <a:endParaRPr lang="en-US" dirty="0"/>
          </a:p>
        </p:txBody>
      </p:sp>
      <p:sp>
        <p:nvSpPr>
          <p:cNvPr id="3" name="Text Placeholder 2"/>
          <p:cNvSpPr>
            <a:spLocks noGrp="1"/>
          </p:cNvSpPr>
          <p:nvPr>
            <p:ph type="body" idx="1"/>
          </p:nvPr>
        </p:nvSpPr>
        <p:spPr>
          <a:xfrm>
            <a:off x="5125137" y="803185"/>
            <a:ext cx="6265088"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125305" y="1488985"/>
            <a:ext cx="6264350" cy="16968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18653" y="3665887"/>
            <a:ext cx="6264414"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18447" y="4351687"/>
            <a:ext cx="6265588" cy="17040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804672" y="320040"/>
            <a:ext cx="3657600" cy="320040"/>
          </a:xfrm>
        </p:spPr>
        <p:txBody>
          <a:bodyPr/>
          <a:lstStyle/>
          <a:p>
            <a:fld id="{0F88DB08-3B01-46DD-99F2-F6F6334EA669}" type="datetime1">
              <a:rPr lang="en-US" smtClean="0"/>
              <a:t>5/9/2024</a:t>
            </a:fld>
            <a:endParaRPr lang="en-US"/>
          </a:p>
        </p:txBody>
      </p:sp>
      <p:sp>
        <p:nvSpPr>
          <p:cNvPr id="8" name="Footer Placeholder 7"/>
          <p:cNvSpPr>
            <a:spLocks noGrp="1"/>
          </p:cNvSpPr>
          <p:nvPr>
            <p:ph type="ftr" sz="quarter" idx="11"/>
          </p:nvPr>
        </p:nvSpPr>
        <p:spPr>
          <a:xfrm>
            <a:off x="804672" y="6227064"/>
            <a:ext cx="10588752" cy="320040"/>
          </a:xfrm>
        </p:spPr>
        <p:txBody>
          <a:bodyPr/>
          <a:lstStyle/>
          <a:p>
            <a:r>
              <a:rPr lang="en-US"/>
              <a:t>Sample Footer Text</a:t>
            </a:r>
          </a:p>
        </p:txBody>
      </p:sp>
      <p:sp>
        <p:nvSpPr>
          <p:cNvPr id="9" name="Slide Number Placeholder 8"/>
          <p:cNvSpPr>
            <a:spLocks noGrp="1"/>
          </p:cNvSpPr>
          <p:nvPr>
            <p:ph type="sldNum" sz="quarter" idx="12"/>
          </p:nvPr>
        </p:nvSpPr>
        <p:spPr>
          <a:xfrm>
            <a:off x="10469880" y="320040"/>
            <a:ext cx="914400" cy="320040"/>
          </a:xfrm>
        </p:spPr>
        <p:txBody>
          <a:bodyPr/>
          <a:lstStyle/>
          <a:p>
            <a:fld id="{C68AC1EC-23E2-4F0E-A5A4-674EC8DB954E}" type="slidenum">
              <a:rPr lang="en-US" smtClean="0"/>
              <a:t>‹#›</a:t>
            </a:fld>
            <a:endParaRPr lang="en-US"/>
          </a:p>
        </p:txBody>
      </p:sp>
    </p:spTree>
    <p:extLst>
      <p:ext uri="{BB962C8B-B14F-4D97-AF65-F5344CB8AC3E}">
        <p14:creationId xmlns:p14="http://schemas.microsoft.com/office/powerpoint/2010/main" val="24345970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grpSp>
        <p:nvGrpSpPr>
          <p:cNvPr id="77" name="Group 76"/>
          <p:cNvGrpSpPr/>
          <p:nvPr/>
        </p:nvGrpSpPr>
        <p:grpSpPr>
          <a:xfrm>
            <a:off x="-417513" y="0"/>
            <a:ext cx="12584114" cy="6853238"/>
            <a:chOff x="-417513" y="0"/>
            <a:chExt cx="12584114" cy="6853238"/>
          </a:xfrm>
        </p:grpSpPr>
        <p:sp>
          <p:nvSpPr>
            <p:cNvPr id="7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4" name="Group 23"/>
          <p:cNvGrpSpPr/>
          <p:nvPr/>
        </p:nvGrpSpPr>
        <p:grpSpPr>
          <a:xfrm>
            <a:off x="800144" y="1699589"/>
            <a:ext cx="3674476" cy="3470421"/>
            <a:chOff x="697883" y="1816768"/>
            <a:chExt cx="3674476" cy="3470421"/>
          </a:xfrm>
        </p:grpSpPr>
        <p:sp>
          <p:nvSpPr>
            <p:cNvPr id="25" name="Rectangle 24"/>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2"/>
          </a:xfrm>
        </p:spPr>
        <p:txBody>
          <a:bodyPr/>
          <a:lstStyle>
            <a:lvl1pPr>
              <a:defRPr>
                <a:solidFill>
                  <a:srgbClr val="FFFEFF"/>
                </a:solidFill>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892AC11-ACC3-4129-BBD7-C580BF1A4EE7}" type="datetime1">
              <a:rPr lang="en-US" smtClean="0"/>
              <a:t>5/9/2024</a:t>
            </a:fld>
            <a:endParaRPr lang="en-US"/>
          </a:p>
        </p:txBody>
      </p:sp>
      <p:sp>
        <p:nvSpPr>
          <p:cNvPr id="4" name="Footer Placeholder 3"/>
          <p:cNvSpPr>
            <a:spLocks noGrp="1"/>
          </p:cNvSpPr>
          <p:nvPr>
            <p:ph type="ftr" sz="quarter" idx="11"/>
          </p:nvPr>
        </p:nvSpPr>
        <p:spPr/>
        <p:txBody>
          <a:bodyPr/>
          <a:lstStyle/>
          <a:p>
            <a:r>
              <a:rPr lang="en-US"/>
              <a:t>Sample Footer Text</a:t>
            </a:r>
          </a:p>
        </p:txBody>
      </p:sp>
      <p:sp>
        <p:nvSpPr>
          <p:cNvPr id="5" name="Slide Number Placeholder 4"/>
          <p:cNvSpPr>
            <a:spLocks noGrp="1"/>
          </p:cNvSpPr>
          <p:nvPr>
            <p:ph type="sldNum" sz="quarter" idx="12"/>
          </p:nvPr>
        </p:nvSpPr>
        <p:spPr/>
        <p:txBody>
          <a:bodyPr/>
          <a:lstStyle/>
          <a:p>
            <a:fld id="{C68AC1EC-23E2-4F0E-A5A4-674EC8DB954E}" type="slidenum">
              <a:rPr lang="en-US" smtClean="0"/>
              <a:t>‹#›</a:t>
            </a:fld>
            <a:endParaRPr lang="en-US"/>
          </a:p>
        </p:txBody>
      </p:sp>
    </p:spTree>
    <p:extLst>
      <p:ext uri="{BB962C8B-B14F-4D97-AF65-F5344CB8AC3E}">
        <p14:creationId xmlns:p14="http://schemas.microsoft.com/office/powerpoint/2010/main" val="25814591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04672" y="320040"/>
            <a:ext cx="3657600" cy="320040"/>
          </a:xfrm>
        </p:spPr>
        <p:txBody>
          <a:bodyPr/>
          <a:lstStyle/>
          <a:p>
            <a:fld id="{6D80F7F3-E406-44E2-93AF-674B3F1A2E51}" type="datetime1">
              <a:rPr lang="en-US" smtClean="0"/>
              <a:t>5/9/2024</a:t>
            </a:fld>
            <a:endParaRPr lang="en-US"/>
          </a:p>
        </p:txBody>
      </p:sp>
      <p:sp>
        <p:nvSpPr>
          <p:cNvPr id="3" name="Footer Placeholder 2"/>
          <p:cNvSpPr>
            <a:spLocks noGrp="1"/>
          </p:cNvSpPr>
          <p:nvPr>
            <p:ph type="ftr" sz="quarter" idx="11"/>
          </p:nvPr>
        </p:nvSpPr>
        <p:spPr>
          <a:xfrm>
            <a:off x="804672" y="6227064"/>
            <a:ext cx="10588752" cy="320040"/>
          </a:xfrm>
        </p:spPr>
        <p:txBody>
          <a:bodyPr/>
          <a:lstStyle/>
          <a:p>
            <a:r>
              <a:rPr lang="en-US"/>
              <a:t>Sample Footer Text</a:t>
            </a:r>
          </a:p>
        </p:txBody>
      </p:sp>
      <p:sp>
        <p:nvSpPr>
          <p:cNvPr id="4" name="Slide Number Placeholder 3"/>
          <p:cNvSpPr>
            <a:spLocks noGrp="1"/>
          </p:cNvSpPr>
          <p:nvPr>
            <p:ph type="sldNum" sz="quarter" idx="12"/>
          </p:nvPr>
        </p:nvSpPr>
        <p:spPr>
          <a:xfrm>
            <a:off x="10469880" y="320040"/>
            <a:ext cx="914400" cy="320040"/>
          </a:xfrm>
        </p:spPr>
        <p:txBody>
          <a:bodyPr/>
          <a:lstStyle/>
          <a:p>
            <a:fld id="{C68AC1EC-23E2-4F0E-A5A4-674EC8DB954E}" type="slidenum">
              <a:rPr lang="en-US" smtClean="0"/>
              <a:t>‹#›</a:t>
            </a:fld>
            <a:endParaRPr lang="en-US"/>
          </a:p>
        </p:txBody>
      </p:sp>
    </p:spTree>
    <p:extLst>
      <p:ext uri="{BB962C8B-B14F-4D97-AF65-F5344CB8AC3E}">
        <p14:creationId xmlns:p14="http://schemas.microsoft.com/office/powerpoint/2010/main" val="6883201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74" name="Group 73"/>
          <p:cNvGrpSpPr/>
          <p:nvPr/>
        </p:nvGrpSpPr>
        <p:grpSpPr>
          <a:xfrm>
            <a:off x="-417513" y="0"/>
            <a:ext cx="12584114" cy="6853238"/>
            <a:chOff x="-417513" y="0"/>
            <a:chExt cx="12584114" cy="6853238"/>
          </a:xfrm>
        </p:grpSpPr>
        <p:sp>
          <p:nvSpPr>
            <p:cNvPr id="75"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6"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9"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1"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2"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1" name="Group 20"/>
          <p:cNvGrpSpPr/>
          <p:nvPr/>
        </p:nvGrpSpPr>
        <p:grpSpPr>
          <a:xfrm>
            <a:off x="800144" y="1699589"/>
            <a:ext cx="3674476" cy="3470421"/>
            <a:chOff x="697883" y="1816768"/>
            <a:chExt cx="3674476" cy="3470421"/>
          </a:xfrm>
        </p:grpSpPr>
        <p:sp>
          <p:nvSpPr>
            <p:cNvPr id="22" name="Rectangle 2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52026"/>
            <a:ext cx="3501197" cy="1223298"/>
          </a:xfrm>
        </p:spPr>
        <p:txBody>
          <a:bodyPr bIns="0" anchor="b">
            <a:noAutofit/>
          </a:bodyPr>
          <a:lstStyle>
            <a:lvl1pPr algn="ctr">
              <a:defRPr sz="3200">
                <a:solidFill>
                  <a:srgbClr val="FFFEFF"/>
                </a:solidFill>
              </a:defRPr>
            </a:lvl1pPr>
          </a:lstStyle>
          <a:p>
            <a:r>
              <a:rPr lang="en-US"/>
              <a:t>Click to edit Master title style</a:t>
            </a:r>
            <a:endParaRPr lang="en-US" dirty="0"/>
          </a:p>
        </p:txBody>
      </p:sp>
      <p:sp>
        <p:nvSpPr>
          <p:cNvPr id="3" name="Content Placeholder 2"/>
          <p:cNvSpPr>
            <a:spLocks noGrp="1"/>
          </p:cNvSpPr>
          <p:nvPr>
            <p:ph idx="1"/>
          </p:nvPr>
        </p:nvSpPr>
        <p:spPr>
          <a:xfrm>
            <a:off x="5109983" y="802809"/>
            <a:ext cx="6275035" cy="524994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88631" y="3580186"/>
            <a:ext cx="3501197" cy="1221164"/>
          </a:xfrm>
        </p:spPr>
        <p:txBody>
          <a:bodyPr/>
          <a:lstStyle>
            <a:lvl1pPr marL="0" indent="0" algn="ctr">
              <a:buNone/>
              <a:defRPr sz="16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FB1DD93-7C9D-4E53-81F0-DDE57FEA7EDB}" type="datetime1">
              <a:rPr lang="en-US" smtClean="0"/>
              <a:t>5/9/2024</a:t>
            </a:fld>
            <a:endParaRPr lang="en-US"/>
          </a:p>
        </p:txBody>
      </p:sp>
      <p:sp>
        <p:nvSpPr>
          <p:cNvPr id="6" name="Footer Placeholder 5"/>
          <p:cNvSpPr>
            <a:spLocks noGrp="1"/>
          </p:cNvSpPr>
          <p:nvPr>
            <p:ph type="ftr" sz="quarter" idx="11"/>
          </p:nvPr>
        </p:nvSpPr>
        <p:spPr/>
        <p:txBody>
          <a:bodyPr/>
          <a:lstStyle/>
          <a:p>
            <a:r>
              <a:rPr lang="en-US"/>
              <a:t>Sample Footer Text</a:t>
            </a:r>
          </a:p>
        </p:txBody>
      </p:sp>
      <p:sp>
        <p:nvSpPr>
          <p:cNvPr id="7" name="Slide Number Placeholder 6"/>
          <p:cNvSpPr>
            <a:spLocks noGrp="1"/>
          </p:cNvSpPr>
          <p:nvPr>
            <p:ph type="sldNum" sz="quarter" idx="12"/>
          </p:nvPr>
        </p:nvSpPr>
        <p:spPr/>
        <p:txBody>
          <a:bodyPr/>
          <a:lstStyle/>
          <a:p>
            <a:fld id="{C68AC1EC-23E2-4F0E-A5A4-674EC8DB954E}" type="slidenum">
              <a:rPr lang="en-US" smtClean="0"/>
              <a:t>‹#›</a:t>
            </a:fld>
            <a:endParaRPr lang="en-US"/>
          </a:p>
        </p:txBody>
      </p:sp>
    </p:spTree>
    <p:extLst>
      <p:ext uri="{BB962C8B-B14F-4D97-AF65-F5344CB8AC3E}">
        <p14:creationId xmlns:p14="http://schemas.microsoft.com/office/powerpoint/2010/main" val="6428480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73" name="Group 72"/>
          <p:cNvGrpSpPr/>
          <p:nvPr/>
        </p:nvGrpSpPr>
        <p:grpSpPr>
          <a:xfrm>
            <a:off x="-329674" y="-59376"/>
            <a:ext cx="12515851" cy="6923798"/>
            <a:chOff x="-329674" y="-51881"/>
            <a:chExt cx="12515851" cy="6923798"/>
          </a:xfrm>
        </p:grpSpPr>
        <p:sp>
          <p:nvSpPr>
            <p:cNvPr id="81"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76" name="Group 75"/>
          <p:cNvGrpSpPr/>
          <p:nvPr/>
        </p:nvGrpSpPr>
        <p:grpSpPr>
          <a:xfrm>
            <a:off x="805336" y="1698331"/>
            <a:ext cx="5941540" cy="3470421"/>
            <a:chOff x="805336" y="1698331"/>
            <a:chExt cx="5941540" cy="3470421"/>
          </a:xfrm>
        </p:grpSpPr>
        <p:sp>
          <p:nvSpPr>
            <p:cNvPr id="77" name="Rectangle 76"/>
            <p:cNvSpPr/>
            <p:nvPr/>
          </p:nvSpPr>
          <p:spPr>
            <a:xfrm>
              <a:off x="805336" y="1698331"/>
              <a:ext cx="5941540"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 name="Isosceles Triangle 9"/>
            <p:cNvSpPr/>
            <p:nvPr/>
          </p:nvSpPr>
          <p:spPr>
            <a:xfrm rot="10800000">
              <a:off x="3618113" y="4896349"/>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 name="Rectangle 78"/>
            <p:cNvSpPr/>
            <p:nvPr/>
          </p:nvSpPr>
          <p:spPr>
            <a:xfrm>
              <a:off x="805336" y="2274403"/>
              <a:ext cx="5941540"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 name="Picture Placeholder 2"/>
          <p:cNvSpPr>
            <a:spLocks noGrp="1" noChangeAspect="1"/>
          </p:cNvSpPr>
          <p:nvPr>
            <p:ph type="pic" idx="1"/>
          </p:nvPr>
        </p:nvSpPr>
        <p:spPr>
          <a:xfrm>
            <a:off x="7543510" y="0"/>
            <a:ext cx="4648490" cy="6858000"/>
          </a:xfrm>
          <a:solidFill>
            <a:schemeClr val="bg1">
              <a:lumMod val="65000"/>
              <a:lumOff val="3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885443" y="2360255"/>
            <a:ext cx="5776646" cy="1178032"/>
          </a:xfrm>
        </p:spPr>
        <p:txBody>
          <a:bodyPr bIns="0" anchor="b">
            <a:normAutofit/>
          </a:bodyPr>
          <a:lstStyle>
            <a:lvl1pPr>
              <a:defRPr sz="3600">
                <a:solidFill>
                  <a:srgbClr val="FFFE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885443" y="3545012"/>
            <a:ext cx="5776646" cy="1274198"/>
          </a:xfrm>
        </p:spPr>
        <p:txBody>
          <a:bodyPr>
            <a:normAutofit/>
          </a:bodyPr>
          <a:lstStyle>
            <a:lvl1pPr marL="0" indent="0" algn="ctr">
              <a:buNone/>
              <a:defRPr sz="18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04672" y="320040"/>
            <a:ext cx="3657600" cy="320040"/>
          </a:xfrm>
        </p:spPr>
        <p:txBody>
          <a:bodyPr/>
          <a:lstStyle/>
          <a:p>
            <a:fld id="{3DF7BC28-59DE-4F83-B4A1-497203279FAD}" type="datetime1">
              <a:rPr lang="en-US" smtClean="0"/>
              <a:t>5/9/2024</a:t>
            </a:fld>
            <a:endParaRPr lang="en-US"/>
          </a:p>
        </p:txBody>
      </p:sp>
      <p:sp>
        <p:nvSpPr>
          <p:cNvPr id="6" name="Footer Placeholder 5"/>
          <p:cNvSpPr>
            <a:spLocks noGrp="1"/>
          </p:cNvSpPr>
          <p:nvPr>
            <p:ph type="ftr" sz="quarter" idx="11"/>
          </p:nvPr>
        </p:nvSpPr>
        <p:spPr>
          <a:xfrm>
            <a:off x="804672" y="6227064"/>
            <a:ext cx="5942203" cy="320040"/>
          </a:xfrm>
        </p:spPr>
        <p:txBody>
          <a:bodyPr/>
          <a:lstStyle/>
          <a:p>
            <a:r>
              <a:rPr lang="en-US"/>
              <a:t>Sample Footer Text</a:t>
            </a:r>
          </a:p>
        </p:txBody>
      </p:sp>
      <p:sp>
        <p:nvSpPr>
          <p:cNvPr id="7" name="Slide Number Placeholder 6"/>
          <p:cNvSpPr>
            <a:spLocks noGrp="1"/>
          </p:cNvSpPr>
          <p:nvPr>
            <p:ph type="sldNum" sz="quarter" idx="12"/>
          </p:nvPr>
        </p:nvSpPr>
        <p:spPr>
          <a:xfrm>
            <a:off x="5828377" y="320040"/>
            <a:ext cx="914400" cy="320040"/>
          </a:xfrm>
        </p:spPr>
        <p:txBody>
          <a:bodyPr/>
          <a:lstStyle/>
          <a:p>
            <a:fld id="{C68AC1EC-23E2-4F0E-A5A4-674EC8DB954E}" type="slidenum">
              <a:rPr lang="en-US" smtClean="0"/>
              <a:t>‹#›</a:t>
            </a:fld>
            <a:endParaRPr lang="en-US"/>
          </a:p>
        </p:txBody>
      </p:sp>
    </p:spTree>
    <p:extLst>
      <p:ext uri="{BB962C8B-B14F-4D97-AF65-F5344CB8AC3E}">
        <p14:creationId xmlns:p14="http://schemas.microsoft.com/office/powerpoint/2010/main" val="31035933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grpSp>
        <p:nvGrpSpPr>
          <p:cNvPr id="75" name="Group 74"/>
          <p:cNvGrpSpPr/>
          <p:nvPr/>
        </p:nvGrpSpPr>
        <p:grpSpPr>
          <a:xfrm>
            <a:off x="-417513"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800144"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1"/>
          </a:xfrm>
        </p:spPr>
        <p:txBody>
          <a:bodyPr/>
          <a:lstStyle>
            <a:lvl1pPr>
              <a:defRPr>
                <a:solidFill>
                  <a:srgbClr val="FFFE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109983" y="794719"/>
            <a:ext cx="6275035" cy="52570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1E8A6D4-154B-4E4D-9001-7A6C328D243E}" type="datetime1">
              <a:rPr lang="en-US" smtClean="0"/>
              <a:t>5/9/2024</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C68AC1EC-23E2-4F0E-A5A4-674EC8DB954E}" type="slidenum">
              <a:rPr lang="en-US" smtClean="0"/>
              <a:t>‹#›</a:t>
            </a:fld>
            <a:endParaRPr lang="en-US"/>
          </a:p>
        </p:txBody>
      </p:sp>
    </p:spTree>
    <p:extLst>
      <p:ext uri="{BB962C8B-B14F-4D97-AF65-F5344CB8AC3E}">
        <p14:creationId xmlns:p14="http://schemas.microsoft.com/office/powerpoint/2010/main" val="18036996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75" name="Group 74"/>
          <p:cNvGrpSpPr/>
          <p:nvPr/>
        </p:nvGrpSpPr>
        <p:grpSpPr>
          <a:xfrm flipH="1">
            <a:off x="0"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7718948"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Vertical Title 1"/>
          <p:cNvSpPr>
            <a:spLocks noGrp="1"/>
          </p:cNvSpPr>
          <p:nvPr>
            <p:ph type="title" orient="vert"/>
          </p:nvPr>
        </p:nvSpPr>
        <p:spPr>
          <a:xfrm>
            <a:off x="7807437" y="2349925"/>
            <a:ext cx="3501195" cy="2456442"/>
          </a:xfrm>
        </p:spPr>
        <p:txBody>
          <a:bodyPr vert="eaVert"/>
          <a:lstStyle>
            <a:lvl1pPr algn="l">
              <a:lnSpc>
                <a:spcPct val="80000"/>
              </a:lnSpc>
              <a:defRPr>
                <a:solidFill>
                  <a:srgbClr val="FFFE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02747" y="798444"/>
            <a:ext cx="6268622" cy="525730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04672" y="320040"/>
            <a:ext cx="3657600" cy="320040"/>
          </a:xfrm>
        </p:spPr>
        <p:txBody>
          <a:bodyPr/>
          <a:lstStyle/>
          <a:p>
            <a:fld id="{EF880999-9BD6-4929-BDEC-B84E21C16701}" type="datetime1">
              <a:rPr lang="en-US" smtClean="0"/>
              <a:t>5/9/2024</a:t>
            </a:fld>
            <a:endParaRPr lang="en-US"/>
          </a:p>
        </p:txBody>
      </p:sp>
      <p:sp>
        <p:nvSpPr>
          <p:cNvPr id="5" name="Footer Placeholder 4"/>
          <p:cNvSpPr>
            <a:spLocks noGrp="1"/>
          </p:cNvSpPr>
          <p:nvPr>
            <p:ph type="ftr" sz="quarter" idx="11"/>
          </p:nvPr>
        </p:nvSpPr>
        <p:spPr>
          <a:xfrm>
            <a:off x="804672" y="6227064"/>
            <a:ext cx="10588752" cy="320040"/>
          </a:xfrm>
        </p:spPr>
        <p:txBody>
          <a:bodyPr/>
          <a:lstStyle/>
          <a:p>
            <a:r>
              <a:rPr lang="en-US"/>
              <a:t>Sample Footer Text</a:t>
            </a:r>
          </a:p>
        </p:txBody>
      </p:sp>
      <p:sp>
        <p:nvSpPr>
          <p:cNvPr id="6" name="Slide Number Placeholder 5"/>
          <p:cNvSpPr>
            <a:spLocks noGrp="1"/>
          </p:cNvSpPr>
          <p:nvPr>
            <p:ph type="sldNum" sz="quarter" idx="12"/>
          </p:nvPr>
        </p:nvSpPr>
        <p:spPr>
          <a:xfrm>
            <a:off x="10469880" y="320040"/>
            <a:ext cx="914400" cy="320040"/>
          </a:xfrm>
        </p:spPr>
        <p:txBody>
          <a:bodyPr/>
          <a:lstStyle/>
          <a:p>
            <a:fld id="{C68AC1EC-23E2-4F0E-A5A4-674EC8DB954E}" type="slidenum">
              <a:rPr lang="en-US" smtClean="0"/>
              <a:t>‹#›</a:t>
            </a:fld>
            <a:endParaRPr lang="en-US"/>
          </a:p>
        </p:txBody>
      </p:sp>
    </p:spTree>
    <p:extLst>
      <p:ext uri="{BB962C8B-B14F-4D97-AF65-F5344CB8AC3E}">
        <p14:creationId xmlns:p14="http://schemas.microsoft.com/office/powerpoint/2010/main" val="41117002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91161" y="2358391"/>
            <a:ext cx="3498667" cy="2456485"/>
          </a:xfrm>
          <a:prstGeom prst="rect">
            <a:avLst/>
          </a:prstGeom>
        </p:spPr>
        <p:txBody>
          <a:bodyPr vert="horz" lIns="228600" tIns="228600" rIns="228600" bIns="22860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434982" y="794719"/>
            <a:ext cx="5950036" cy="525709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04672" y="320040"/>
            <a:ext cx="3657600" cy="320040"/>
          </a:xfrm>
          <a:prstGeom prst="rect">
            <a:avLst/>
          </a:prstGeom>
        </p:spPr>
        <p:txBody>
          <a:bodyPr vert="horz" lIns="91440" tIns="45720" rIns="91440" bIns="45720" rtlCol="0" anchor="ctr"/>
          <a:lstStyle>
            <a:lvl1pPr algn="l">
              <a:defRPr sz="1000">
                <a:solidFill>
                  <a:schemeClr val="tx1">
                    <a:tint val="75000"/>
                  </a:schemeClr>
                </a:solidFill>
              </a:defRPr>
            </a:lvl1pPr>
          </a:lstStyle>
          <a:p>
            <a:fld id="{0BDC4764-F656-4735-9820-9886F8DF1D6A}" type="datetime1">
              <a:rPr lang="en-US" smtClean="0"/>
              <a:t>5/9/2024</a:t>
            </a:fld>
            <a:endParaRPr lang="en-US" dirty="0"/>
          </a:p>
        </p:txBody>
      </p:sp>
      <p:sp>
        <p:nvSpPr>
          <p:cNvPr id="5" name="Footer Placeholder 4"/>
          <p:cNvSpPr>
            <a:spLocks noGrp="1"/>
          </p:cNvSpPr>
          <p:nvPr>
            <p:ph type="ftr" sz="quarter" idx="3"/>
          </p:nvPr>
        </p:nvSpPr>
        <p:spPr>
          <a:xfrm>
            <a:off x="804672" y="6227064"/>
            <a:ext cx="10588752" cy="320040"/>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US"/>
              <a:t>Sample Footer Text</a:t>
            </a:r>
            <a:endParaRPr lang="en-US" dirty="0"/>
          </a:p>
        </p:txBody>
      </p:sp>
      <p:sp>
        <p:nvSpPr>
          <p:cNvPr id="6" name="Slide Number Placeholder 5"/>
          <p:cNvSpPr>
            <a:spLocks noGrp="1"/>
          </p:cNvSpPr>
          <p:nvPr>
            <p:ph type="sldNum" sz="quarter" idx="4"/>
          </p:nvPr>
        </p:nvSpPr>
        <p:spPr>
          <a:xfrm>
            <a:off x="10469880" y="320040"/>
            <a:ext cx="914400" cy="320040"/>
          </a:xfrm>
          <a:prstGeom prst="rect">
            <a:avLst/>
          </a:prstGeom>
        </p:spPr>
        <p:txBody>
          <a:bodyPr vert="horz" lIns="91440" tIns="45720" rIns="91440" bIns="45720" rtlCol="0" anchor="ctr"/>
          <a:lstStyle>
            <a:lvl1pPr algn="r">
              <a:defRPr sz="1000">
                <a:solidFill>
                  <a:schemeClr val="tx1">
                    <a:tint val="75000"/>
                  </a:schemeClr>
                </a:solidFill>
              </a:defRPr>
            </a:lvl1pPr>
          </a:lstStyle>
          <a:p>
            <a:fld id="{C68AC1EC-23E2-4F0E-A5A4-674EC8DB954E}" type="slidenum">
              <a:rPr lang="en-US" smtClean="0"/>
              <a:pPr/>
              <a:t>‹#›</a:t>
            </a:fld>
            <a:endParaRPr lang="en-US"/>
          </a:p>
        </p:txBody>
      </p:sp>
    </p:spTree>
    <p:extLst>
      <p:ext uri="{BB962C8B-B14F-4D97-AF65-F5344CB8AC3E}">
        <p14:creationId xmlns:p14="http://schemas.microsoft.com/office/powerpoint/2010/main" val="3831160742"/>
      </p:ext>
    </p:extLst>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Lst>
  <p:hf hdr="0"/>
  <p:txStyles>
    <p:titleStyle>
      <a:lvl1pPr algn="ctr" defTabSz="914400" rtl="0" eaLnBrk="1" latinLnBrk="0" hangingPunct="1">
        <a:lnSpc>
          <a:spcPct val="85000"/>
        </a:lnSpc>
        <a:spcBef>
          <a:spcPct val="0"/>
        </a:spcBef>
        <a:buNone/>
        <a:defRPr sz="4000" b="0" i="0" kern="1200" cap="none" spc="-15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15E1AC81-83F2-45A8-9054-15570F4E25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4" name="Freeform 5">
              <a:extLst>
                <a:ext uri="{FF2B5EF4-FFF2-40B4-BE49-F238E27FC236}">
                  <a16:creationId xmlns:a16="http://schemas.microsoft.com/office/drawing/2014/main" id="{B15AA7C5-9BFE-4B90-A119-467AFACE9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 name="Freeform 6">
              <a:extLst>
                <a:ext uri="{FF2B5EF4-FFF2-40B4-BE49-F238E27FC236}">
                  <a16:creationId xmlns:a16="http://schemas.microsoft.com/office/drawing/2014/main" id="{944AB87D-35AF-4719-9940-5822E77023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 name="Freeform 7">
              <a:extLst>
                <a:ext uri="{FF2B5EF4-FFF2-40B4-BE49-F238E27FC236}">
                  <a16:creationId xmlns:a16="http://schemas.microsoft.com/office/drawing/2014/main" id="{E8B33BE3-7890-4628-9322-7EFBA3375B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 name="Freeform 8">
              <a:extLst>
                <a:ext uri="{FF2B5EF4-FFF2-40B4-BE49-F238E27FC236}">
                  <a16:creationId xmlns:a16="http://schemas.microsoft.com/office/drawing/2014/main" id="{01AD3ECF-519E-45E2-99DA-F5C1B50715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8" name="Freeform 9">
              <a:extLst>
                <a:ext uri="{FF2B5EF4-FFF2-40B4-BE49-F238E27FC236}">
                  <a16:creationId xmlns:a16="http://schemas.microsoft.com/office/drawing/2014/main" id="{C050E700-0FF1-4D25-B54C-84BA04FCDC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 name="Freeform 10">
              <a:extLst>
                <a:ext uri="{FF2B5EF4-FFF2-40B4-BE49-F238E27FC236}">
                  <a16:creationId xmlns:a16="http://schemas.microsoft.com/office/drawing/2014/main" id="{720D9C11-F5C9-41B0-B2F2-EE20BC3D0C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 name="Freeform 11">
              <a:extLst>
                <a:ext uri="{FF2B5EF4-FFF2-40B4-BE49-F238E27FC236}">
                  <a16:creationId xmlns:a16="http://schemas.microsoft.com/office/drawing/2014/main" id="{623A9DA0-857E-4CDE-80EA-F30F1CE55C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1" name="Freeform 12">
              <a:extLst>
                <a:ext uri="{FF2B5EF4-FFF2-40B4-BE49-F238E27FC236}">
                  <a16:creationId xmlns:a16="http://schemas.microsoft.com/office/drawing/2014/main" id="{C48B8F4C-2C83-46F6-AFCD-58166AEB18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 name="Freeform 13">
              <a:extLst>
                <a:ext uri="{FF2B5EF4-FFF2-40B4-BE49-F238E27FC236}">
                  <a16:creationId xmlns:a16="http://schemas.microsoft.com/office/drawing/2014/main" id="{234C3795-C44D-41A7-A8F6-891387A668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3" name="Freeform 14">
              <a:extLst>
                <a:ext uri="{FF2B5EF4-FFF2-40B4-BE49-F238E27FC236}">
                  <a16:creationId xmlns:a16="http://schemas.microsoft.com/office/drawing/2014/main" id="{91CC36F4-5DFA-4954-B354-97B180E98F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4" name="Freeform 15">
              <a:extLst>
                <a:ext uri="{FF2B5EF4-FFF2-40B4-BE49-F238E27FC236}">
                  <a16:creationId xmlns:a16="http://schemas.microsoft.com/office/drawing/2014/main" id="{7087A08E-C024-457D-8F99-1F340CED61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 name="Freeform 16">
              <a:extLst>
                <a:ext uri="{FF2B5EF4-FFF2-40B4-BE49-F238E27FC236}">
                  <a16:creationId xmlns:a16="http://schemas.microsoft.com/office/drawing/2014/main" id="{61CFBC61-7F57-45D7-860E-BF51B0EDA5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 name="Freeform 17">
              <a:extLst>
                <a:ext uri="{FF2B5EF4-FFF2-40B4-BE49-F238E27FC236}">
                  <a16:creationId xmlns:a16="http://schemas.microsoft.com/office/drawing/2014/main" id="{2591C3DB-4880-431E-BC3D-37F1378AC5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 name="Freeform 18">
              <a:extLst>
                <a:ext uri="{FF2B5EF4-FFF2-40B4-BE49-F238E27FC236}">
                  <a16:creationId xmlns:a16="http://schemas.microsoft.com/office/drawing/2014/main" id="{79557EFE-4199-4E24-8A13-1B9CC1715A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 name="Freeform 19">
              <a:extLst>
                <a:ext uri="{FF2B5EF4-FFF2-40B4-BE49-F238E27FC236}">
                  <a16:creationId xmlns:a16="http://schemas.microsoft.com/office/drawing/2014/main" id="{0B965615-6052-4907-A136-9CAD14604C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 name="Freeform 20">
              <a:extLst>
                <a:ext uri="{FF2B5EF4-FFF2-40B4-BE49-F238E27FC236}">
                  <a16:creationId xmlns:a16="http://schemas.microsoft.com/office/drawing/2014/main" id="{F788FFC4-205D-47C1-91E7-DD1A52E0AF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0" name="Freeform 21">
              <a:extLst>
                <a:ext uri="{FF2B5EF4-FFF2-40B4-BE49-F238E27FC236}">
                  <a16:creationId xmlns:a16="http://schemas.microsoft.com/office/drawing/2014/main" id="{462FADD6-C927-46ED-A6E6-273B35C2F1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1" name="Freeform 22">
              <a:extLst>
                <a:ext uri="{FF2B5EF4-FFF2-40B4-BE49-F238E27FC236}">
                  <a16:creationId xmlns:a16="http://schemas.microsoft.com/office/drawing/2014/main" id="{AF64005E-134D-4444-9425-FB1C188985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2" name="Freeform 23">
              <a:extLst>
                <a:ext uri="{FF2B5EF4-FFF2-40B4-BE49-F238E27FC236}">
                  <a16:creationId xmlns:a16="http://schemas.microsoft.com/office/drawing/2014/main" id="{E2565CA7-A8CB-463D-8D25-4F41235BC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3" name="Freeform 24">
              <a:extLst>
                <a:ext uri="{FF2B5EF4-FFF2-40B4-BE49-F238E27FC236}">
                  <a16:creationId xmlns:a16="http://schemas.microsoft.com/office/drawing/2014/main" id="{41ABBFC0-4EEA-4634-A73B-945729D6BA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4" name="Freeform 25">
              <a:extLst>
                <a:ext uri="{FF2B5EF4-FFF2-40B4-BE49-F238E27FC236}">
                  <a16:creationId xmlns:a16="http://schemas.microsoft.com/office/drawing/2014/main" id="{E422F11F-726A-4A93-9D1B-B1400B0611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36" name="Group 35">
            <a:extLst>
              <a:ext uri="{FF2B5EF4-FFF2-40B4-BE49-F238E27FC236}">
                <a16:creationId xmlns:a16="http://schemas.microsoft.com/office/drawing/2014/main" id="{FBF129BC-EA9E-4D20-898B-399F7727DFB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37" name="Rectangle 36">
              <a:extLst>
                <a:ext uri="{FF2B5EF4-FFF2-40B4-BE49-F238E27FC236}">
                  <a16:creationId xmlns:a16="http://schemas.microsoft.com/office/drawing/2014/main" id="{CFF42BAE-3249-46C8-9108-A83C87206B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38" name="Isosceles Triangle 22">
              <a:extLst>
                <a:ext uri="{FF2B5EF4-FFF2-40B4-BE49-F238E27FC236}">
                  <a16:creationId xmlns:a16="http://schemas.microsoft.com/office/drawing/2014/main" id="{4DDE2BA8-4174-4A99-BB09-0BA28F2685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9" name="Rectangle 38">
              <a:extLst>
                <a:ext uri="{FF2B5EF4-FFF2-40B4-BE49-F238E27FC236}">
                  <a16:creationId xmlns:a16="http://schemas.microsoft.com/office/drawing/2014/main" id="{4A893933-F7DD-4DA6-85C7-4CFF58741E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41" name="Rectangle 40">
            <a:extLst>
              <a:ext uri="{FF2B5EF4-FFF2-40B4-BE49-F238E27FC236}">
                <a16:creationId xmlns:a16="http://schemas.microsoft.com/office/drawing/2014/main" id="{E2366EBA-92FD-44AE-87A9-25E5135EB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692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3" name="Group 42">
            <a:extLst>
              <a:ext uri="{FF2B5EF4-FFF2-40B4-BE49-F238E27FC236}">
                <a16:creationId xmlns:a16="http://schemas.microsoft.com/office/drawing/2014/main" id="{B437F5FC-01F7-4EB4-81E7-C27D917E95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44" name="Freeform 5">
              <a:extLst>
                <a:ext uri="{FF2B5EF4-FFF2-40B4-BE49-F238E27FC236}">
                  <a16:creationId xmlns:a16="http://schemas.microsoft.com/office/drawing/2014/main" id="{4B0CFF10-4805-4BFA-961B-1F60DAEB9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5" name="Freeform 6">
              <a:extLst>
                <a:ext uri="{FF2B5EF4-FFF2-40B4-BE49-F238E27FC236}">
                  <a16:creationId xmlns:a16="http://schemas.microsoft.com/office/drawing/2014/main" id="{BE054536-C03E-4857-B4AE-D687A58F9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 name="Freeform 7">
              <a:extLst>
                <a:ext uri="{FF2B5EF4-FFF2-40B4-BE49-F238E27FC236}">
                  <a16:creationId xmlns:a16="http://schemas.microsoft.com/office/drawing/2014/main" id="{FE33E51C-23D8-43F5-98C4-A2ED2C4C99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 name="Freeform 8">
              <a:extLst>
                <a:ext uri="{FF2B5EF4-FFF2-40B4-BE49-F238E27FC236}">
                  <a16:creationId xmlns:a16="http://schemas.microsoft.com/office/drawing/2014/main" id="{89E18891-DEB2-4CFD-A907-2868B2A910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 name="Freeform 9">
              <a:extLst>
                <a:ext uri="{FF2B5EF4-FFF2-40B4-BE49-F238E27FC236}">
                  <a16:creationId xmlns:a16="http://schemas.microsoft.com/office/drawing/2014/main" id="{0002C1BB-DB60-4314-A2FC-203E54D94C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 name="Freeform 10">
              <a:extLst>
                <a:ext uri="{FF2B5EF4-FFF2-40B4-BE49-F238E27FC236}">
                  <a16:creationId xmlns:a16="http://schemas.microsoft.com/office/drawing/2014/main" id="{9B75BDFA-6D78-4FB1-9F21-5280855C49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 name="Freeform 11">
              <a:extLst>
                <a:ext uri="{FF2B5EF4-FFF2-40B4-BE49-F238E27FC236}">
                  <a16:creationId xmlns:a16="http://schemas.microsoft.com/office/drawing/2014/main" id="{0B632D6B-A327-41AB-BBCF-9A03AD2AB7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1" name="Freeform 12">
              <a:extLst>
                <a:ext uri="{FF2B5EF4-FFF2-40B4-BE49-F238E27FC236}">
                  <a16:creationId xmlns:a16="http://schemas.microsoft.com/office/drawing/2014/main" id="{F514BBC5-1736-4813-BECB-5A6B6738E5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2" name="Freeform 13">
              <a:extLst>
                <a:ext uri="{FF2B5EF4-FFF2-40B4-BE49-F238E27FC236}">
                  <a16:creationId xmlns:a16="http://schemas.microsoft.com/office/drawing/2014/main" id="{94A2C868-7AEC-4209-BFA3-7185B11D33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3" name="Freeform 14">
              <a:extLst>
                <a:ext uri="{FF2B5EF4-FFF2-40B4-BE49-F238E27FC236}">
                  <a16:creationId xmlns:a16="http://schemas.microsoft.com/office/drawing/2014/main" id="{FF56CB70-2B25-4695-ADC8-6092D0D112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 name="Freeform 15">
              <a:extLst>
                <a:ext uri="{FF2B5EF4-FFF2-40B4-BE49-F238E27FC236}">
                  <a16:creationId xmlns:a16="http://schemas.microsoft.com/office/drawing/2014/main" id="{BA411BEF-2182-4458-B9AF-1634B5C2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5" name="Freeform 16">
              <a:extLst>
                <a:ext uri="{FF2B5EF4-FFF2-40B4-BE49-F238E27FC236}">
                  <a16:creationId xmlns:a16="http://schemas.microsoft.com/office/drawing/2014/main" id="{53F27E63-3F11-4C85-AC72-1EE8508C4C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 name="Freeform 17">
              <a:extLst>
                <a:ext uri="{FF2B5EF4-FFF2-40B4-BE49-F238E27FC236}">
                  <a16:creationId xmlns:a16="http://schemas.microsoft.com/office/drawing/2014/main" id="{68B589BA-F70F-4E0B-94B9-EEB83EDF3F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 name="Freeform 18">
              <a:extLst>
                <a:ext uri="{FF2B5EF4-FFF2-40B4-BE49-F238E27FC236}">
                  <a16:creationId xmlns:a16="http://schemas.microsoft.com/office/drawing/2014/main" id="{9D0B991D-CB0A-415F-8D77-A5565F66F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 name="Freeform 19">
              <a:extLst>
                <a:ext uri="{FF2B5EF4-FFF2-40B4-BE49-F238E27FC236}">
                  <a16:creationId xmlns:a16="http://schemas.microsoft.com/office/drawing/2014/main" id="{701E99DE-74F0-41D1-BBF4-5A57053BB6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 name="Freeform 20">
              <a:extLst>
                <a:ext uri="{FF2B5EF4-FFF2-40B4-BE49-F238E27FC236}">
                  <a16:creationId xmlns:a16="http://schemas.microsoft.com/office/drawing/2014/main" id="{C02EE40A-8F17-4182-9495-9506463B79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 name="Freeform 21">
              <a:extLst>
                <a:ext uri="{FF2B5EF4-FFF2-40B4-BE49-F238E27FC236}">
                  <a16:creationId xmlns:a16="http://schemas.microsoft.com/office/drawing/2014/main" id="{924210CA-0A35-4127-925F-D4084B7DC3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bg1">
                  <a:alpha val="35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1" name="Freeform 22">
              <a:extLst>
                <a:ext uri="{FF2B5EF4-FFF2-40B4-BE49-F238E27FC236}">
                  <a16:creationId xmlns:a16="http://schemas.microsoft.com/office/drawing/2014/main" id="{DC13CEF1-DD2D-474C-B81C-820CEF3D9C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2" name="Freeform 23">
              <a:extLst>
                <a:ext uri="{FF2B5EF4-FFF2-40B4-BE49-F238E27FC236}">
                  <a16:creationId xmlns:a16="http://schemas.microsoft.com/office/drawing/2014/main" id="{F889481A-8038-43E6-8EF1-A5F802CEDF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3" name="Freeform 24">
              <a:extLst>
                <a:ext uri="{FF2B5EF4-FFF2-40B4-BE49-F238E27FC236}">
                  <a16:creationId xmlns:a16="http://schemas.microsoft.com/office/drawing/2014/main" id="{128BD14A-9093-4854-A73A-F666B2ED2D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4" name="Freeform 25">
              <a:extLst>
                <a:ext uri="{FF2B5EF4-FFF2-40B4-BE49-F238E27FC236}">
                  <a16:creationId xmlns:a16="http://schemas.microsoft.com/office/drawing/2014/main" id="{22D884F4-76EC-4371-B903-E79CF191E3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useBgFill="1">
        <p:nvSpPr>
          <p:cNvPr id="66" name="Rectangle 65">
            <a:extLst>
              <a:ext uri="{FF2B5EF4-FFF2-40B4-BE49-F238E27FC236}">
                <a16:creationId xmlns:a16="http://schemas.microsoft.com/office/drawing/2014/main" id="{7C462C46-EFB7-4580-9921-DFC346FCC3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23665" y="0"/>
            <a:ext cx="10268336" cy="68692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73960D1-8A94-1C2C-E1BD-62712B25F1A4}"/>
              </a:ext>
            </a:extLst>
          </p:cNvPr>
          <p:cNvSpPr txBox="1"/>
          <p:nvPr/>
        </p:nvSpPr>
        <p:spPr>
          <a:xfrm>
            <a:off x="2172718" y="558500"/>
            <a:ext cx="6230857" cy="1230570"/>
          </a:xfrm>
          <a:prstGeom prst="rect">
            <a:avLst/>
          </a:prstGeom>
        </p:spPr>
        <p:txBody>
          <a:bodyPr vert="horz" lIns="228600" tIns="228600" rIns="228600" bIns="228600" rtlCol="0" anchor="t">
            <a:normAutofit/>
          </a:bodyPr>
          <a:lstStyle/>
          <a:p>
            <a:pPr defTabSz="914400">
              <a:lnSpc>
                <a:spcPct val="85000"/>
              </a:lnSpc>
              <a:spcBef>
                <a:spcPct val="0"/>
              </a:spcBef>
              <a:spcAft>
                <a:spcPts val="600"/>
              </a:spcAft>
            </a:pPr>
            <a:r>
              <a:rPr lang="en-US" sz="3600" spc="-150" dirty="0">
                <a:solidFill>
                  <a:srgbClr val="002060"/>
                </a:solidFill>
                <a:latin typeface="Algerian" panose="04020705040A02060702" pitchFamily="82" charset="0"/>
                <a:ea typeface="+mj-ea"/>
                <a:cs typeface="+mj-cs"/>
              </a:rPr>
              <a:t>Project By:</a:t>
            </a:r>
          </a:p>
        </p:txBody>
      </p:sp>
      <p:sp>
        <p:nvSpPr>
          <p:cNvPr id="68" name="Isosceles Triangle 67">
            <a:extLst>
              <a:ext uri="{FF2B5EF4-FFF2-40B4-BE49-F238E27FC236}">
                <a16:creationId xmlns:a16="http://schemas.microsoft.com/office/drawing/2014/main" id="{B8B918B4-AB10-4E3A-916E-A9625586EA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97903" y="954813"/>
            <a:ext cx="300774" cy="25928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9" name="TextBox 8">
            <a:extLst>
              <a:ext uri="{FF2B5EF4-FFF2-40B4-BE49-F238E27FC236}">
                <a16:creationId xmlns:a16="http://schemas.microsoft.com/office/drawing/2014/main" id="{07A5DAB0-21C5-E948-6AD4-E9FE4260E137}"/>
              </a:ext>
            </a:extLst>
          </p:cNvPr>
          <p:cNvSpPr txBox="1"/>
          <p:nvPr/>
        </p:nvSpPr>
        <p:spPr>
          <a:xfrm>
            <a:off x="2798473" y="3464009"/>
            <a:ext cx="8782017" cy="2230353"/>
          </a:xfrm>
          <a:prstGeom prst="rect">
            <a:avLst/>
          </a:prstGeom>
        </p:spPr>
        <p:txBody>
          <a:bodyPr vert="horz" lIns="228600" tIns="228600" rIns="228600" bIns="228600" rtlCol="0" anchor="t">
            <a:normAutofit/>
          </a:bodyPr>
          <a:lstStyle/>
          <a:p>
            <a:pPr defTabSz="914400">
              <a:lnSpc>
                <a:spcPct val="85000"/>
              </a:lnSpc>
              <a:spcBef>
                <a:spcPct val="0"/>
              </a:spcBef>
              <a:spcAft>
                <a:spcPts val="600"/>
              </a:spcAft>
            </a:pPr>
            <a:r>
              <a:rPr lang="en-US" sz="4000" dirty="0">
                <a:solidFill>
                  <a:srgbClr val="002060"/>
                </a:solidFill>
                <a:latin typeface="Algerian" panose="04020705040A02060702" pitchFamily="82" charset="0"/>
              </a:rPr>
              <a:t>MAMATHA.V_SQL_ABADS_B12</a:t>
            </a:r>
          </a:p>
        </p:txBody>
      </p:sp>
    </p:spTree>
    <p:extLst>
      <p:ext uri="{BB962C8B-B14F-4D97-AF65-F5344CB8AC3E}">
        <p14:creationId xmlns:p14="http://schemas.microsoft.com/office/powerpoint/2010/main" val="38078775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15E1AC81-83F2-45A8-9054-15570F4E25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4" name="Freeform 5">
              <a:extLst>
                <a:ext uri="{FF2B5EF4-FFF2-40B4-BE49-F238E27FC236}">
                  <a16:creationId xmlns:a16="http://schemas.microsoft.com/office/drawing/2014/main" id="{B15AA7C5-9BFE-4B90-A119-467AFACE9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 name="Freeform 6">
              <a:extLst>
                <a:ext uri="{FF2B5EF4-FFF2-40B4-BE49-F238E27FC236}">
                  <a16:creationId xmlns:a16="http://schemas.microsoft.com/office/drawing/2014/main" id="{944AB87D-35AF-4719-9940-5822E77023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 name="Freeform 7">
              <a:extLst>
                <a:ext uri="{FF2B5EF4-FFF2-40B4-BE49-F238E27FC236}">
                  <a16:creationId xmlns:a16="http://schemas.microsoft.com/office/drawing/2014/main" id="{E8B33BE3-7890-4628-9322-7EFBA3375B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 name="Freeform 8">
              <a:extLst>
                <a:ext uri="{FF2B5EF4-FFF2-40B4-BE49-F238E27FC236}">
                  <a16:creationId xmlns:a16="http://schemas.microsoft.com/office/drawing/2014/main" id="{01AD3ECF-519E-45E2-99DA-F5C1B50715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8" name="Freeform 9">
              <a:extLst>
                <a:ext uri="{FF2B5EF4-FFF2-40B4-BE49-F238E27FC236}">
                  <a16:creationId xmlns:a16="http://schemas.microsoft.com/office/drawing/2014/main" id="{C050E700-0FF1-4D25-B54C-84BA04FCDC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 name="Freeform 10">
              <a:extLst>
                <a:ext uri="{FF2B5EF4-FFF2-40B4-BE49-F238E27FC236}">
                  <a16:creationId xmlns:a16="http://schemas.microsoft.com/office/drawing/2014/main" id="{720D9C11-F5C9-41B0-B2F2-EE20BC3D0C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 name="Freeform 11">
              <a:extLst>
                <a:ext uri="{FF2B5EF4-FFF2-40B4-BE49-F238E27FC236}">
                  <a16:creationId xmlns:a16="http://schemas.microsoft.com/office/drawing/2014/main" id="{623A9DA0-857E-4CDE-80EA-F30F1CE55C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1" name="Freeform 12">
              <a:extLst>
                <a:ext uri="{FF2B5EF4-FFF2-40B4-BE49-F238E27FC236}">
                  <a16:creationId xmlns:a16="http://schemas.microsoft.com/office/drawing/2014/main" id="{C48B8F4C-2C83-46F6-AFCD-58166AEB18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 name="Freeform 13">
              <a:extLst>
                <a:ext uri="{FF2B5EF4-FFF2-40B4-BE49-F238E27FC236}">
                  <a16:creationId xmlns:a16="http://schemas.microsoft.com/office/drawing/2014/main" id="{234C3795-C44D-41A7-A8F6-891387A668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3" name="Freeform 14">
              <a:extLst>
                <a:ext uri="{FF2B5EF4-FFF2-40B4-BE49-F238E27FC236}">
                  <a16:creationId xmlns:a16="http://schemas.microsoft.com/office/drawing/2014/main" id="{91CC36F4-5DFA-4954-B354-97B180E98F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4" name="Freeform 15">
              <a:extLst>
                <a:ext uri="{FF2B5EF4-FFF2-40B4-BE49-F238E27FC236}">
                  <a16:creationId xmlns:a16="http://schemas.microsoft.com/office/drawing/2014/main" id="{7087A08E-C024-457D-8F99-1F340CED61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 name="Freeform 16">
              <a:extLst>
                <a:ext uri="{FF2B5EF4-FFF2-40B4-BE49-F238E27FC236}">
                  <a16:creationId xmlns:a16="http://schemas.microsoft.com/office/drawing/2014/main" id="{61CFBC61-7F57-45D7-860E-BF51B0EDA5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 name="Freeform 17">
              <a:extLst>
                <a:ext uri="{FF2B5EF4-FFF2-40B4-BE49-F238E27FC236}">
                  <a16:creationId xmlns:a16="http://schemas.microsoft.com/office/drawing/2014/main" id="{2591C3DB-4880-431E-BC3D-37F1378AC5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 name="Freeform 18">
              <a:extLst>
                <a:ext uri="{FF2B5EF4-FFF2-40B4-BE49-F238E27FC236}">
                  <a16:creationId xmlns:a16="http://schemas.microsoft.com/office/drawing/2014/main" id="{79557EFE-4199-4E24-8A13-1B9CC1715A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 name="Freeform 19">
              <a:extLst>
                <a:ext uri="{FF2B5EF4-FFF2-40B4-BE49-F238E27FC236}">
                  <a16:creationId xmlns:a16="http://schemas.microsoft.com/office/drawing/2014/main" id="{0B965615-6052-4907-A136-9CAD14604C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 name="Freeform 20">
              <a:extLst>
                <a:ext uri="{FF2B5EF4-FFF2-40B4-BE49-F238E27FC236}">
                  <a16:creationId xmlns:a16="http://schemas.microsoft.com/office/drawing/2014/main" id="{F788FFC4-205D-47C1-91E7-DD1A52E0AF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0" name="Freeform 21">
              <a:extLst>
                <a:ext uri="{FF2B5EF4-FFF2-40B4-BE49-F238E27FC236}">
                  <a16:creationId xmlns:a16="http://schemas.microsoft.com/office/drawing/2014/main" id="{462FADD6-C927-46ED-A6E6-273B35C2F1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1" name="Freeform 22">
              <a:extLst>
                <a:ext uri="{FF2B5EF4-FFF2-40B4-BE49-F238E27FC236}">
                  <a16:creationId xmlns:a16="http://schemas.microsoft.com/office/drawing/2014/main" id="{AF64005E-134D-4444-9425-FB1C188985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2" name="Freeform 23">
              <a:extLst>
                <a:ext uri="{FF2B5EF4-FFF2-40B4-BE49-F238E27FC236}">
                  <a16:creationId xmlns:a16="http://schemas.microsoft.com/office/drawing/2014/main" id="{E2565CA7-A8CB-463D-8D25-4F41235BC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3" name="Freeform 24">
              <a:extLst>
                <a:ext uri="{FF2B5EF4-FFF2-40B4-BE49-F238E27FC236}">
                  <a16:creationId xmlns:a16="http://schemas.microsoft.com/office/drawing/2014/main" id="{41ABBFC0-4EEA-4634-A73B-945729D6BA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4" name="Freeform 25">
              <a:extLst>
                <a:ext uri="{FF2B5EF4-FFF2-40B4-BE49-F238E27FC236}">
                  <a16:creationId xmlns:a16="http://schemas.microsoft.com/office/drawing/2014/main" id="{E422F11F-726A-4A93-9D1B-B1400B0611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36" name="Group 35">
            <a:extLst>
              <a:ext uri="{FF2B5EF4-FFF2-40B4-BE49-F238E27FC236}">
                <a16:creationId xmlns:a16="http://schemas.microsoft.com/office/drawing/2014/main" id="{FBF129BC-EA9E-4D20-898B-399F7727DFB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37" name="Rectangle 36">
              <a:extLst>
                <a:ext uri="{FF2B5EF4-FFF2-40B4-BE49-F238E27FC236}">
                  <a16:creationId xmlns:a16="http://schemas.microsoft.com/office/drawing/2014/main" id="{CFF42BAE-3249-46C8-9108-A83C87206B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38" name="Isosceles Triangle 22">
              <a:extLst>
                <a:ext uri="{FF2B5EF4-FFF2-40B4-BE49-F238E27FC236}">
                  <a16:creationId xmlns:a16="http://schemas.microsoft.com/office/drawing/2014/main" id="{4DDE2BA8-4174-4A99-BB09-0BA28F2685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9" name="Rectangle 38">
              <a:extLst>
                <a:ext uri="{FF2B5EF4-FFF2-40B4-BE49-F238E27FC236}">
                  <a16:creationId xmlns:a16="http://schemas.microsoft.com/office/drawing/2014/main" id="{4A893933-F7DD-4DA6-85C7-4CFF58741E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41" name="Rectangle 40">
            <a:extLst>
              <a:ext uri="{FF2B5EF4-FFF2-40B4-BE49-F238E27FC236}">
                <a16:creationId xmlns:a16="http://schemas.microsoft.com/office/drawing/2014/main" id="{E2366EBA-92FD-44AE-87A9-25E5135EB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692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3" name="Group 42">
            <a:extLst>
              <a:ext uri="{FF2B5EF4-FFF2-40B4-BE49-F238E27FC236}">
                <a16:creationId xmlns:a16="http://schemas.microsoft.com/office/drawing/2014/main" id="{B437F5FC-01F7-4EB4-81E7-C27D917E95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44" name="Freeform 5">
              <a:extLst>
                <a:ext uri="{FF2B5EF4-FFF2-40B4-BE49-F238E27FC236}">
                  <a16:creationId xmlns:a16="http://schemas.microsoft.com/office/drawing/2014/main" id="{4B0CFF10-4805-4BFA-961B-1F60DAEB9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5" name="Freeform 6">
              <a:extLst>
                <a:ext uri="{FF2B5EF4-FFF2-40B4-BE49-F238E27FC236}">
                  <a16:creationId xmlns:a16="http://schemas.microsoft.com/office/drawing/2014/main" id="{BE054536-C03E-4857-B4AE-D687A58F9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 name="Freeform 7">
              <a:extLst>
                <a:ext uri="{FF2B5EF4-FFF2-40B4-BE49-F238E27FC236}">
                  <a16:creationId xmlns:a16="http://schemas.microsoft.com/office/drawing/2014/main" id="{FE33E51C-23D8-43F5-98C4-A2ED2C4C99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 name="Freeform 8">
              <a:extLst>
                <a:ext uri="{FF2B5EF4-FFF2-40B4-BE49-F238E27FC236}">
                  <a16:creationId xmlns:a16="http://schemas.microsoft.com/office/drawing/2014/main" id="{89E18891-DEB2-4CFD-A907-2868B2A910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 name="Freeform 9">
              <a:extLst>
                <a:ext uri="{FF2B5EF4-FFF2-40B4-BE49-F238E27FC236}">
                  <a16:creationId xmlns:a16="http://schemas.microsoft.com/office/drawing/2014/main" id="{0002C1BB-DB60-4314-A2FC-203E54D94C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 name="Freeform 10">
              <a:extLst>
                <a:ext uri="{FF2B5EF4-FFF2-40B4-BE49-F238E27FC236}">
                  <a16:creationId xmlns:a16="http://schemas.microsoft.com/office/drawing/2014/main" id="{9B75BDFA-6D78-4FB1-9F21-5280855C49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 name="Freeform 11">
              <a:extLst>
                <a:ext uri="{FF2B5EF4-FFF2-40B4-BE49-F238E27FC236}">
                  <a16:creationId xmlns:a16="http://schemas.microsoft.com/office/drawing/2014/main" id="{0B632D6B-A327-41AB-BBCF-9A03AD2AB7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1" name="Freeform 12">
              <a:extLst>
                <a:ext uri="{FF2B5EF4-FFF2-40B4-BE49-F238E27FC236}">
                  <a16:creationId xmlns:a16="http://schemas.microsoft.com/office/drawing/2014/main" id="{F514BBC5-1736-4813-BECB-5A6B6738E5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2" name="Freeform 13">
              <a:extLst>
                <a:ext uri="{FF2B5EF4-FFF2-40B4-BE49-F238E27FC236}">
                  <a16:creationId xmlns:a16="http://schemas.microsoft.com/office/drawing/2014/main" id="{94A2C868-7AEC-4209-BFA3-7185B11D33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3" name="Freeform 14">
              <a:extLst>
                <a:ext uri="{FF2B5EF4-FFF2-40B4-BE49-F238E27FC236}">
                  <a16:creationId xmlns:a16="http://schemas.microsoft.com/office/drawing/2014/main" id="{FF56CB70-2B25-4695-ADC8-6092D0D112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 name="Freeform 15">
              <a:extLst>
                <a:ext uri="{FF2B5EF4-FFF2-40B4-BE49-F238E27FC236}">
                  <a16:creationId xmlns:a16="http://schemas.microsoft.com/office/drawing/2014/main" id="{BA411BEF-2182-4458-B9AF-1634B5C2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5" name="Freeform 16">
              <a:extLst>
                <a:ext uri="{FF2B5EF4-FFF2-40B4-BE49-F238E27FC236}">
                  <a16:creationId xmlns:a16="http://schemas.microsoft.com/office/drawing/2014/main" id="{53F27E63-3F11-4C85-AC72-1EE8508C4C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 name="Freeform 17">
              <a:extLst>
                <a:ext uri="{FF2B5EF4-FFF2-40B4-BE49-F238E27FC236}">
                  <a16:creationId xmlns:a16="http://schemas.microsoft.com/office/drawing/2014/main" id="{68B589BA-F70F-4E0B-94B9-EEB83EDF3F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 name="Freeform 18">
              <a:extLst>
                <a:ext uri="{FF2B5EF4-FFF2-40B4-BE49-F238E27FC236}">
                  <a16:creationId xmlns:a16="http://schemas.microsoft.com/office/drawing/2014/main" id="{9D0B991D-CB0A-415F-8D77-A5565F66F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 name="Freeform 19">
              <a:extLst>
                <a:ext uri="{FF2B5EF4-FFF2-40B4-BE49-F238E27FC236}">
                  <a16:creationId xmlns:a16="http://schemas.microsoft.com/office/drawing/2014/main" id="{701E99DE-74F0-41D1-BBF4-5A57053BB6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 name="Freeform 20">
              <a:extLst>
                <a:ext uri="{FF2B5EF4-FFF2-40B4-BE49-F238E27FC236}">
                  <a16:creationId xmlns:a16="http://schemas.microsoft.com/office/drawing/2014/main" id="{C02EE40A-8F17-4182-9495-9506463B79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 name="Freeform 21">
              <a:extLst>
                <a:ext uri="{FF2B5EF4-FFF2-40B4-BE49-F238E27FC236}">
                  <a16:creationId xmlns:a16="http://schemas.microsoft.com/office/drawing/2014/main" id="{924210CA-0A35-4127-925F-D4084B7DC3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bg1">
                  <a:alpha val="35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1" name="Freeform 22">
              <a:extLst>
                <a:ext uri="{FF2B5EF4-FFF2-40B4-BE49-F238E27FC236}">
                  <a16:creationId xmlns:a16="http://schemas.microsoft.com/office/drawing/2014/main" id="{DC13CEF1-DD2D-474C-B81C-820CEF3D9C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2" name="Freeform 23">
              <a:extLst>
                <a:ext uri="{FF2B5EF4-FFF2-40B4-BE49-F238E27FC236}">
                  <a16:creationId xmlns:a16="http://schemas.microsoft.com/office/drawing/2014/main" id="{F889481A-8038-43E6-8EF1-A5F802CEDF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3" name="Freeform 24">
              <a:extLst>
                <a:ext uri="{FF2B5EF4-FFF2-40B4-BE49-F238E27FC236}">
                  <a16:creationId xmlns:a16="http://schemas.microsoft.com/office/drawing/2014/main" id="{128BD14A-9093-4854-A73A-F666B2ED2D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4" name="Freeform 25">
              <a:extLst>
                <a:ext uri="{FF2B5EF4-FFF2-40B4-BE49-F238E27FC236}">
                  <a16:creationId xmlns:a16="http://schemas.microsoft.com/office/drawing/2014/main" id="{22D884F4-76EC-4371-B903-E79CF191E3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useBgFill="1">
        <p:nvSpPr>
          <p:cNvPr id="66" name="Rectangle 65">
            <a:extLst>
              <a:ext uri="{FF2B5EF4-FFF2-40B4-BE49-F238E27FC236}">
                <a16:creationId xmlns:a16="http://schemas.microsoft.com/office/drawing/2014/main" id="{7C462C46-EFB7-4580-9921-DFC346FCC3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23665" y="0"/>
            <a:ext cx="10268336" cy="68692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73960D1-8A94-1C2C-E1BD-62712B25F1A4}"/>
              </a:ext>
            </a:extLst>
          </p:cNvPr>
          <p:cNvSpPr txBox="1"/>
          <p:nvPr/>
        </p:nvSpPr>
        <p:spPr>
          <a:xfrm>
            <a:off x="2172718" y="558500"/>
            <a:ext cx="6230857" cy="1230570"/>
          </a:xfrm>
          <a:prstGeom prst="rect">
            <a:avLst/>
          </a:prstGeom>
        </p:spPr>
        <p:txBody>
          <a:bodyPr vert="horz" lIns="228600" tIns="228600" rIns="228600" bIns="228600" rtlCol="0" anchor="t">
            <a:normAutofit/>
          </a:bodyPr>
          <a:lstStyle/>
          <a:p>
            <a:pPr defTabSz="914400">
              <a:lnSpc>
                <a:spcPct val="85000"/>
              </a:lnSpc>
              <a:spcBef>
                <a:spcPct val="0"/>
              </a:spcBef>
              <a:spcAft>
                <a:spcPts val="600"/>
              </a:spcAft>
            </a:pPr>
            <a:endParaRPr lang="en-US" sz="3600" b="1" spc="-150" dirty="0">
              <a:solidFill>
                <a:schemeClr val="accent1"/>
              </a:solidFill>
              <a:latin typeface="+mj-lt"/>
              <a:ea typeface="+mj-ea"/>
              <a:cs typeface="+mj-cs"/>
            </a:endParaRPr>
          </a:p>
        </p:txBody>
      </p:sp>
      <p:sp>
        <p:nvSpPr>
          <p:cNvPr id="68" name="Isosceles Triangle 67">
            <a:extLst>
              <a:ext uri="{FF2B5EF4-FFF2-40B4-BE49-F238E27FC236}">
                <a16:creationId xmlns:a16="http://schemas.microsoft.com/office/drawing/2014/main" id="{B8B918B4-AB10-4E3A-916E-A9625586EA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97903" y="954813"/>
            <a:ext cx="300774" cy="25928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8" name="TextBox 7">
            <a:extLst>
              <a:ext uri="{FF2B5EF4-FFF2-40B4-BE49-F238E27FC236}">
                <a16:creationId xmlns:a16="http://schemas.microsoft.com/office/drawing/2014/main" id="{E22EC572-AF8D-62D4-3BFF-34BC0CED27DA}"/>
              </a:ext>
            </a:extLst>
          </p:cNvPr>
          <p:cNvSpPr txBox="1"/>
          <p:nvPr/>
        </p:nvSpPr>
        <p:spPr>
          <a:xfrm>
            <a:off x="2057860" y="1002014"/>
            <a:ext cx="9958388" cy="5613015"/>
          </a:xfrm>
          <a:prstGeom prst="rect">
            <a:avLst/>
          </a:prstGeom>
        </p:spPr>
        <p:txBody>
          <a:bodyPr vert="horz" lIns="91440" tIns="45720" rIns="91440" bIns="45720" rtlCol="0" anchor="t">
            <a:noAutofit/>
          </a:bodyPr>
          <a:lstStyle/>
          <a:p>
            <a:pPr defTabSz="914400">
              <a:lnSpc>
                <a:spcPct val="120000"/>
              </a:lnSpc>
              <a:spcAft>
                <a:spcPts val="600"/>
              </a:spcAft>
              <a:buClr>
                <a:schemeClr val="accent1"/>
              </a:buClr>
              <a:buSzPct val="110000"/>
            </a:pPr>
            <a:r>
              <a:rPr lang="en-US" sz="2100" i="0" dirty="0">
                <a:solidFill>
                  <a:srgbClr val="002060"/>
                </a:solidFill>
                <a:effectLst/>
                <a:highlight>
                  <a:srgbClr val="FFFFFF"/>
                </a:highlight>
              </a:rPr>
              <a:t>The U.S. Food and Drug Administration (FDA) is a federal agency responsible for safeguarding public health in the United States. It oversees various areas, including food safety, pharmaceuticals, medical devices, cosmetics, tobacco, and veterinary products. The FDA evaluates the safety and efficacy of drugs, biological products, and medical devices, conducts inspections, and enforces regulations. It also regulates food production and distribution, conducts research, provides public health education, and monitors and responds to emerging health risks. The FDA's mission is to protect and promote public health by ensuring the safety and effectiveness of a wide range of products and substances. </a:t>
            </a:r>
            <a:r>
              <a:rPr lang="en-US" sz="2100" i="0" dirty="0" err="1">
                <a:solidFill>
                  <a:srgbClr val="002060"/>
                </a:solidFill>
                <a:effectLst/>
                <a:highlight>
                  <a:srgbClr val="FFFFFF"/>
                </a:highlight>
              </a:rPr>
              <a:t>iVision</a:t>
            </a:r>
            <a:r>
              <a:rPr lang="en-US" sz="2100" i="0" dirty="0">
                <a:solidFill>
                  <a:srgbClr val="002060"/>
                </a:solidFill>
                <a:effectLst/>
                <a:highlight>
                  <a:srgbClr val="FFFFFF"/>
                </a:highlight>
              </a:rPr>
              <a:t> is collaborating with FDA to perform Data analysis on FDA’s dataset. FDA has provided </a:t>
            </a:r>
            <a:r>
              <a:rPr lang="en-US" sz="2100" i="0" dirty="0" err="1">
                <a:solidFill>
                  <a:srgbClr val="002060"/>
                </a:solidFill>
                <a:effectLst/>
                <a:highlight>
                  <a:srgbClr val="FFFFFF"/>
                </a:highlight>
              </a:rPr>
              <a:t>iVision</a:t>
            </a:r>
            <a:r>
              <a:rPr lang="en-US" sz="2100" i="0" dirty="0">
                <a:solidFill>
                  <a:srgbClr val="002060"/>
                </a:solidFill>
                <a:effectLst/>
                <a:highlight>
                  <a:srgbClr val="FFFFFF"/>
                </a:highlight>
              </a:rPr>
              <a:t> with SQL script of their dataset. As an analyst at </a:t>
            </a:r>
            <a:r>
              <a:rPr lang="en-US" sz="2100" i="0" dirty="0" err="1">
                <a:solidFill>
                  <a:srgbClr val="002060"/>
                </a:solidFill>
                <a:effectLst/>
                <a:highlight>
                  <a:srgbClr val="FFFFFF"/>
                </a:highlight>
              </a:rPr>
              <a:t>iVision</a:t>
            </a:r>
            <a:r>
              <a:rPr lang="en-US" sz="2100" i="0" dirty="0">
                <a:solidFill>
                  <a:srgbClr val="002060"/>
                </a:solidFill>
                <a:effectLst/>
                <a:highlight>
                  <a:srgbClr val="FFFFFF"/>
                </a:highlight>
              </a:rPr>
              <a:t> your role is to create informative reports by conducting a thorough analysis of the data using powerful tools like MySQL and Power BI.</a:t>
            </a:r>
          </a:p>
          <a:p>
            <a:pPr defTabSz="914400">
              <a:lnSpc>
                <a:spcPct val="120000"/>
              </a:lnSpc>
              <a:spcAft>
                <a:spcPts val="600"/>
              </a:spcAft>
              <a:buClr>
                <a:schemeClr val="accent1"/>
              </a:buClr>
              <a:buSzPct val="110000"/>
            </a:pPr>
            <a:endParaRPr lang="en-US" dirty="0">
              <a:solidFill>
                <a:srgbClr val="002060"/>
              </a:solidFill>
            </a:endParaRPr>
          </a:p>
        </p:txBody>
      </p:sp>
      <p:sp>
        <p:nvSpPr>
          <p:cNvPr id="3" name="TextBox 2">
            <a:extLst>
              <a:ext uri="{FF2B5EF4-FFF2-40B4-BE49-F238E27FC236}">
                <a16:creationId xmlns:a16="http://schemas.microsoft.com/office/drawing/2014/main" id="{20319E56-DEA1-75FB-B2B9-64819F52A4EA}"/>
              </a:ext>
            </a:extLst>
          </p:cNvPr>
          <p:cNvSpPr txBox="1"/>
          <p:nvPr/>
        </p:nvSpPr>
        <p:spPr>
          <a:xfrm>
            <a:off x="2067414" y="327667"/>
            <a:ext cx="7736499" cy="461665"/>
          </a:xfrm>
          <a:prstGeom prst="rect">
            <a:avLst/>
          </a:prstGeom>
          <a:noFill/>
        </p:spPr>
        <p:txBody>
          <a:bodyPr wrap="square">
            <a:spAutoFit/>
          </a:bodyPr>
          <a:lstStyle/>
          <a:p>
            <a:r>
              <a:rPr lang="en-US" sz="2400" dirty="0">
                <a:solidFill>
                  <a:srgbClr val="002060"/>
                </a:solidFill>
                <a:highlight>
                  <a:srgbClr val="FFFFFF"/>
                </a:highlight>
                <a:latin typeface="Algerian" panose="04020705040A02060702" pitchFamily="82" charset="0"/>
                <a:cs typeface="Aldhabi" panose="020F0502020204030204" pitchFamily="2" charset="-78"/>
              </a:rPr>
              <a:t>Introduction</a:t>
            </a:r>
          </a:p>
        </p:txBody>
      </p:sp>
    </p:spTree>
    <p:extLst>
      <p:ext uri="{BB962C8B-B14F-4D97-AF65-F5344CB8AC3E}">
        <p14:creationId xmlns:p14="http://schemas.microsoft.com/office/powerpoint/2010/main" val="2923800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15E1AC81-83F2-45A8-9054-15570F4E25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4" name="Freeform 5">
              <a:extLst>
                <a:ext uri="{FF2B5EF4-FFF2-40B4-BE49-F238E27FC236}">
                  <a16:creationId xmlns:a16="http://schemas.microsoft.com/office/drawing/2014/main" id="{B15AA7C5-9BFE-4B90-A119-467AFACE9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 name="Freeform 6">
              <a:extLst>
                <a:ext uri="{FF2B5EF4-FFF2-40B4-BE49-F238E27FC236}">
                  <a16:creationId xmlns:a16="http://schemas.microsoft.com/office/drawing/2014/main" id="{944AB87D-35AF-4719-9940-5822E77023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 name="Freeform 7">
              <a:extLst>
                <a:ext uri="{FF2B5EF4-FFF2-40B4-BE49-F238E27FC236}">
                  <a16:creationId xmlns:a16="http://schemas.microsoft.com/office/drawing/2014/main" id="{E8B33BE3-7890-4628-9322-7EFBA3375B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 name="Freeform 8">
              <a:extLst>
                <a:ext uri="{FF2B5EF4-FFF2-40B4-BE49-F238E27FC236}">
                  <a16:creationId xmlns:a16="http://schemas.microsoft.com/office/drawing/2014/main" id="{01AD3ECF-519E-45E2-99DA-F5C1B50715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8" name="Freeform 9">
              <a:extLst>
                <a:ext uri="{FF2B5EF4-FFF2-40B4-BE49-F238E27FC236}">
                  <a16:creationId xmlns:a16="http://schemas.microsoft.com/office/drawing/2014/main" id="{C050E700-0FF1-4D25-B54C-84BA04FCDC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 name="Freeform 10">
              <a:extLst>
                <a:ext uri="{FF2B5EF4-FFF2-40B4-BE49-F238E27FC236}">
                  <a16:creationId xmlns:a16="http://schemas.microsoft.com/office/drawing/2014/main" id="{720D9C11-F5C9-41B0-B2F2-EE20BC3D0C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 name="Freeform 11">
              <a:extLst>
                <a:ext uri="{FF2B5EF4-FFF2-40B4-BE49-F238E27FC236}">
                  <a16:creationId xmlns:a16="http://schemas.microsoft.com/office/drawing/2014/main" id="{623A9DA0-857E-4CDE-80EA-F30F1CE55C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1" name="Freeform 12">
              <a:extLst>
                <a:ext uri="{FF2B5EF4-FFF2-40B4-BE49-F238E27FC236}">
                  <a16:creationId xmlns:a16="http://schemas.microsoft.com/office/drawing/2014/main" id="{C48B8F4C-2C83-46F6-AFCD-58166AEB18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 name="Freeform 13">
              <a:extLst>
                <a:ext uri="{FF2B5EF4-FFF2-40B4-BE49-F238E27FC236}">
                  <a16:creationId xmlns:a16="http://schemas.microsoft.com/office/drawing/2014/main" id="{234C3795-C44D-41A7-A8F6-891387A668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3" name="Freeform 14">
              <a:extLst>
                <a:ext uri="{FF2B5EF4-FFF2-40B4-BE49-F238E27FC236}">
                  <a16:creationId xmlns:a16="http://schemas.microsoft.com/office/drawing/2014/main" id="{91CC36F4-5DFA-4954-B354-97B180E98F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4" name="Freeform 15">
              <a:extLst>
                <a:ext uri="{FF2B5EF4-FFF2-40B4-BE49-F238E27FC236}">
                  <a16:creationId xmlns:a16="http://schemas.microsoft.com/office/drawing/2014/main" id="{7087A08E-C024-457D-8F99-1F340CED61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 name="Freeform 16">
              <a:extLst>
                <a:ext uri="{FF2B5EF4-FFF2-40B4-BE49-F238E27FC236}">
                  <a16:creationId xmlns:a16="http://schemas.microsoft.com/office/drawing/2014/main" id="{61CFBC61-7F57-45D7-860E-BF51B0EDA5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 name="Freeform 17">
              <a:extLst>
                <a:ext uri="{FF2B5EF4-FFF2-40B4-BE49-F238E27FC236}">
                  <a16:creationId xmlns:a16="http://schemas.microsoft.com/office/drawing/2014/main" id="{2591C3DB-4880-431E-BC3D-37F1378AC5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 name="Freeform 18">
              <a:extLst>
                <a:ext uri="{FF2B5EF4-FFF2-40B4-BE49-F238E27FC236}">
                  <a16:creationId xmlns:a16="http://schemas.microsoft.com/office/drawing/2014/main" id="{79557EFE-4199-4E24-8A13-1B9CC1715A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 name="Freeform 19">
              <a:extLst>
                <a:ext uri="{FF2B5EF4-FFF2-40B4-BE49-F238E27FC236}">
                  <a16:creationId xmlns:a16="http://schemas.microsoft.com/office/drawing/2014/main" id="{0B965615-6052-4907-A136-9CAD14604C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 name="Freeform 20">
              <a:extLst>
                <a:ext uri="{FF2B5EF4-FFF2-40B4-BE49-F238E27FC236}">
                  <a16:creationId xmlns:a16="http://schemas.microsoft.com/office/drawing/2014/main" id="{F788FFC4-205D-47C1-91E7-DD1A52E0AF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0" name="Freeform 21">
              <a:extLst>
                <a:ext uri="{FF2B5EF4-FFF2-40B4-BE49-F238E27FC236}">
                  <a16:creationId xmlns:a16="http://schemas.microsoft.com/office/drawing/2014/main" id="{462FADD6-C927-46ED-A6E6-273B35C2F1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1" name="Freeform 22">
              <a:extLst>
                <a:ext uri="{FF2B5EF4-FFF2-40B4-BE49-F238E27FC236}">
                  <a16:creationId xmlns:a16="http://schemas.microsoft.com/office/drawing/2014/main" id="{AF64005E-134D-4444-9425-FB1C188985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2" name="Freeform 23">
              <a:extLst>
                <a:ext uri="{FF2B5EF4-FFF2-40B4-BE49-F238E27FC236}">
                  <a16:creationId xmlns:a16="http://schemas.microsoft.com/office/drawing/2014/main" id="{E2565CA7-A8CB-463D-8D25-4F41235BC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3" name="Freeform 24">
              <a:extLst>
                <a:ext uri="{FF2B5EF4-FFF2-40B4-BE49-F238E27FC236}">
                  <a16:creationId xmlns:a16="http://schemas.microsoft.com/office/drawing/2014/main" id="{41ABBFC0-4EEA-4634-A73B-945729D6BA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4" name="Freeform 25">
              <a:extLst>
                <a:ext uri="{FF2B5EF4-FFF2-40B4-BE49-F238E27FC236}">
                  <a16:creationId xmlns:a16="http://schemas.microsoft.com/office/drawing/2014/main" id="{E422F11F-726A-4A93-9D1B-B1400B0611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36" name="Group 35">
            <a:extLst>
              <a:ext uri="{FF2B5EF4-FFF2-40B4-BE49-F238E27FC236}">
                <a16:creationId xmlns:a16="http://schemas.microsoft.com/office/drawing/2014/main" id="{FBF129BC-EA9E-4D20-898B-399F7727DFB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37" name="Rectangle 36">
              <a:extLst>
                <a:ext uri="{FF2B5EF4-FFF2-40B4-BE49-F238E27FC236}">
                  <a16:creationId xmlns:a16="http://schemas.microsoft.com/office/drawing/2014/main" id="{CFF42BAE-3249-46C8-9108-A83C87206B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38" name="Isosceles Triangle 22">
              <a:extLst>
                <a:ext uri="{FF2B5EF4-FFF2-40B4-BE49-F238E27FC236}">
                  <a16:creationId xmlns:a16="http://schemas.microsoft.com/office/drawing/2014/main" id="{4DDE2BA8-4174-4A99-BB09-0BA28F2685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9" name="Rectangle 38">
              <a:extLst>
                <a:ext uri="{FF2B5EF4-FFF2-40B4-BE49-F238E27FC236}">
                  <a16:creationId xmlns:a16="http://schemas.microsoft.com/office/drawing/2014/main" id="{4A893933-F7DD-4DA6-85C7-4CFF58741E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41" name="Rectangle 40">
            <a:extLst>
              <a:ext uri="{FF2B5EF4-FFF2-40B4-BE49-F238E27FC236}">
                <a16:creationId xmlns:a16="http://schemas.microsoft.com/office/drawing/2014/main" id="{E2366EBA-92FD-44AE-87A9-25E5135EB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692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3" name="Group 42">
            <a:extLst>
              <a:ext uri="{FF2B5EF4-FFF2-40B4-BE49-F238E27FC236}">
                <a16:creationId xmlns:a16="http://schemas.microsoft.com/office/drawing/2014/main" id="{B437F5FC-01F7-4EB4-81E7-C27D917E95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44" name="Freeform 5">
              <a:extLst>
                <a:ext uri="{FF2B5EF4-FFF2-40B4-BE49-F238E27FC236}">
                  <a16:creationId xmlns:a16="http://schemas.microsoft.com/office/drawing/2014/main" id="{4B0CFF10-4805-4BFA-961B-1F60DAEB9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5" name="Freeform 6">
              <a:extLst>
                <a:ext uri="{FF2B5EF4-FFF2-40B4-BE49-F238E27FC236}">
                  <a16:creationId xmlns:a16="http://schemas.microsoft.com/office/drawing/2014/main" id="{BE054536-C03E-4857-B4AE-D687A58F9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 name="Freeform 7">
              <a:extLst>
                <a:ext uri="{FF2B5EF4-FFF2-40B4-BE49-F238E27FC236}">
                  <a16:creationId xmlns:a16="http://schemas.microsoft.com/office/drawing/2014/main" id="{FE33E51C-23D8-43F5-98C4-A2ED2C4C99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 name="Freeform 8">
              <a:extLst>
                <a:ext uri="{FF2B5EF4-FFF2-40B4-BE49-F238E27FC236}">
                  <a16:creationId xmlns:a16="http://schemas.microsoft.com/office/drawing/2014/main" id="{89E18891-DEB2-4CFD-A907-2868B2A910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 name="Freeform 9">
              <a:extLst>
                <a:ext uri="{FF2B5EF4-FFF2-40B4-BE49-F238E27FC236}">
                  <a16:creationId xmlns:a16="http://schemas.microsoft.com/office/drawing/2014/main" id="{0002C1BB-DB60-4314-A2FC-203E54D94C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 name="Freeform 10">
              <a:extLst>
                <a:ext uri="{FF2B5EF4-FFF2-40B4-BE49-F238E27FC236}">
                  <a16:creationId xmlns:a16="http://schemas.microsoft.com/office/drawing/2014/main" id="{9B75BDFA-6D78-4FB1-9F21-5280855C49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 name="Freeform 11">
              <a:extLst>
                <a:ext uri="{FF2B5EF4-FFF2-40B4-BE49-F238E27FC236}">
                  <a16:creationId xmlns:a16="http://schemas.microsoft.com/office/drawing/2014/main" id="{0B632D6B-A327-41AB-BBCF-9A03AD2AB7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1" name="Freeform 12">
              <a:extLst>
                <a:ext uri="{FF2B5EF4-FFF2-40B4-BE49-F238E27FC236}">
                  <a16:creationId xmlns:a16="http://schemas.microsoft.com/office/drawing/2014/main" id="{F514BBC5-1736-4813-BECB-5A6B6738E5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2" name="Freeform 13">
              <a:extLst>
                <a:ext uri="{FF2B5EF4-FFF2-40B4-BE49-F238E27FC236}">
                  <a16:creationId xmlns:a16="http://schemas.microsoft.com/office/drawing/2014/main" id="{94A2C868-7AEC-4209-BFA3-7185B11D33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3" name="Freeform 14">
              <a:extLst>
                <a:ext uri="{FF2B5EF4-FFF2-40B4-BE49-F238E27FC236}">
                  <a16:creationId xmlns:a16="http://schemas.microsoft.com/office/drawing/2014/main" id="{FF56CB70-2B25-4695-ADC8-6092D0D112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 name="Freeform 15">
              <a:extLst>
                <a:ext uri="{FF2B5EF4-FFF2-40B4-BE49-F238E27FC236}">
                  <a16:creationId xmlns:a16="http://schemas.microsoft.com/office/drawing/2014/main" id="{BA411BEF-2182-4458-B9AF-1634B5C2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5" name="Freeform 16">
              <a:extLst>
                <a:ext uri="{FF2B5EF4-FFF2-40B4-BE49-F238E27FC236}">
                  <a16:creationId xmlns:a16="http://schemas.microsoft.com/office/drawing/2014/main" id="{53F27E63-3F11-4C85-AC72-1EE8508C4C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 name="Freeform 17">
              <a:extLst>
                <a:ext uri="{FF2B5EF4-FFF2-40B4-BE49-F238E27FC236}">
                  <a16:creationId xmlns:a16="http://schemas.microsoft.com/office/drawing/2014/main" id="{68B589BA-F70F-4E0B-94B9-EEB83EDF3F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 name="Freeform 18">
              <a:extLst>
                <a:ext uri="{FF2B5EF4-FFF2-40B4-BE49-F238E27FC236}">
                  <a16:creationId xmlns:a16="http://schemas.microsoft.com/office/drawing/2014/main" id="{9D0B991D-CB0A-415F-8D77-A5565F66F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 name="Freeform 19">
              <a:extLst>
                <a:ext uri="{FF2B5EF4-FFF2-40B4-BE49-F238E27FC236}">
                  <a16:creationId xmlns:a16="http://schemas.microsoft.com/office/drawing/2014/main" id="{701E99DE-74F0-41D1-BBF4-5A57053BB6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 name="Freeform 20">
              <a:extLst>
                <a:ext uri="{FF2B5EF4-FFF2-40B4-BE49-F238E27FC236}">
                  <a16:creationId xmlns:a16="http://schemas.microsoft.com/office/drawing/2014/main" id="{C02EE40A-8F17-4182-9495-9506463B79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 name="Freeform 21">
              <a:extLst>
                <a:ext uri="{FF2B5EF4-FFF2-40B4-BE49-F238E27FC236}">
                  <a16:creationId xmlns:a16="http://schemas.microsoft.com/office/drawing/2014/main" id="{924210CA-0A35-4127-925F-D4084B7DC3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bg1">
                  <a:alpha val="35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1" name="Freeform 22">
              <a:extLst>
                <a:ext uri="{FF2B5EF4-FFF2-40B4-BE49-F238E27FC236}">
                  <a16:creationId xmlns:a16="http://schemas.microsoft.com/office/drawing/2014/main" id="{DC13CEF1-DD2D-474C-B81C-820CEF3D9C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2" name="Freeform 23">
              <a:extLst>
                <a:ext uri="{FF2B5EF4-FFF2-40B4-BE49-F238E27FC236}">
                  <a16:creationId xmlns:a16="http://schemas.microsoft.com/office/drawing/2014/main" id="{F889481A-8038-43E6-8EF1-A5F802CEDF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3" name="Freeform 24">
              <a:extLst>
                <a:ext uri="{FF2B5EF4-FFF2-40B4-BE49-F238E27FC236}">
                  <a16:creationId xmlns:a16="http://schemas.microsoft.com/office/drawing/2014/main" id="{128BD14A-9093-4854-A73A-F666B2ED2D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4" name="Freeform 25">
              <a:extLst>
                <a:ext uri="{FF2B5EF4-FFF2-40B4-BE49-F238E27FC236}">
                  <a16:creationId xmlns:a16="http://schemas.microsoft.com/office/drawing/2014/main" id="{22D884F4-76EC-4371-B903-E79CF191E3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useBgFill="1">
        <p:nvSpPr>
          <p:cNvPr id="66" name="Rectangle 65">
            <a:extLst>
              <a:ext uri="{FF2B5EF4-FFF2-40B4-BE49-F238E27FC236}">
                <a16:creationId xmlns:a16="http://schemas.microsoft.com/office/drawing/2014/main" id="{7C462C46-EFB7-4580-9921-DFC346FCC3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23665" y="0"/>
            <a:ext cx="10268336" cy="68692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73960D1-8A94-1C2C-E1BD-62712B25F1A4}"/>
              </a:ext>
            </a:extLst>
          </p:cNvPr>
          <p:cNvSpPr txBox="1"/>
          <p:nvPr/>
        </p:nvSpPr>
        <p:spPr>
          <a:xfrm>
            <a:off x="2172718" y="558500"/>
            <a:ext cx="6230857" cy="1230570"/>
          </a:xfrm>
          <a:prstGeom prst="rect">
            <a:avLst/>
          </a:prstGeom>
        </p:spPr>
        <p:txBody>
          <a:bodyPr vert="horz" lIns="228600" tIns="228600" rIns="228600" bIns="228600" rtlCol="0" anchor="t">
            <a:normAutofit/>
          </a:bodyPr>
          <a:lstStyle/>
          <a:p>
            <a:pPr defTabSz="914400">
              <a:lnSpc>
                <a:spcPct val="85000"/>
              </a:lnSpc>
              <a:spcBef>
                <a:spcPct val="0"/>
              </a:spcBef>
              <a:spcAft>
                <a:spcPts val="600"/>
              </a:spcAft>
            </a:pPr>
            <a:endParaRPr lang="en-US" sz="3600" b="1" spc="-150" dirty="0">
              <a:solidFill>
                <a:schemeClr val="accent1"/>
              </a:solidFill>
              <a:latin typeface="+mj-lt"/>
              <a:ea typeface="+mj-ea"/>
              <a:cs typeface="+mj-cs"/>
            </a:endParaRPr>
          </a:p>
        </p:txBody>
      </p:sp>
      <p:sp>
        <p:nvSpPr>
          <p:cNvPr id="68" name="Isosceles Triangle 67">
            <a:extLst>
              <a:ext uri="{FF2B5EF4-FFF2-40B4-BE49-F238E27FC236}">
                <a16:creationId xmlns:a16="http://schemas.microsoft.com/office/drawing/2014/main" id="{B8B918B4-AB10-4E3A-916E-A9625586EA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97903" y="954813"/>
            <a:ext cx="300774" cy="25928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3" name="TextBox 2">
            <a:extLst>
              <a:ext uri="{FF2B5EF4-FFF2-40B4-BE49-F238E27FC236}">
                <a16:creationId xmlns:a16="http://schemas.microsoft.com/office/drawing/2014/main" id="{20319E56-DEA1-75FB-B2B9-64819F52A4EA}"/>
              </a:ext>
            </a:extLst>
          </p:cNvPr>
          <p:cNvSpPr txBox="1"/>
          <p:nvPr/>
        </p:nvSpPr>
        <p:spPr>
          <a:xfrm>
            <a:off x="2088182" y="400277"/>
            <a:ext cx="7736499" cy="461665"/>
          </a:xfrm>
          <a:prstGeom prst="rect">
            <a:avLst/>
          </a:prstGeom>
          <a:noFill/>
        </p:spPr>
        <p:txBody>
          <a:bodyPr wrap="square">
            <a:spAutoFit/>
          </a:bodyPr>
          <a:lstStyle/>
          <a:p>
            <a:r>
              <a:rPr lang="it-IT" sz="2400" dirty="0">
                <a:solidFill>
                  <a:srgbClr val="002060"/>
                </a:solidFill>
                <a:highlight>
                  <a:srgbClr val="FFFFFF"/>
                </a:highlight>
                <a:latin typeface="Algerian" panose="04020705040A02060702" pitchFamily="82" charset="0"/>
                <a:cs typeface="Aldhabi" panose="020F0502020204030204" pitchFamily="2" charset="-78"/>
              </a:rPr>
              <a:t>Data Schema Drugs FDA Dataset</a:t>
            </a:r>
            <a:endParaRPr lang="en-US" sz="2400" dirty="0">
              <a:solidFill>
                <a:srgbClr val="002060"/>
              </a:solidFill>
              <a:highlight>
                <a:srgbClr val="FFFFFF"/>
              </a:highlight>
              <a:latin typeface="Algerian" panose="04020705040A02060702" pitchFamily="82" charset="0"/>
              <a:cs typeface="Aldhabi" panose="020F0502020204030204" pitchFamily="2" charset="-78"/>
            </a:endParaRPr>
          </a:p>
        </p:txBody>
      </p:sp>
      <p:pic>
        <p:nvPicPr>
          <p:cNvPr id="2" name="Picture 2">
            <a:extLst>
              <a:ext uri="{FF2B5EF4-FFF2-40B4-BE49-F238E27FC236}">
                <a16:creationId xmlns:a16="http://schemas.microsoft.com/office/drawing/2014/main" id="{05932BCC-9BF2-0883-0991-8BAAA69C03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15661" y="934070"/>
            <a:ext cx="8923717" cy="5832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405493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15E1AC81-83F2-45A8-9054-15570F4E25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4" name="Freeform 5">
              <a:extLst>
                <a:ext uri="{FF2B5EF4-FFF2-40B4-BE49-F238E27FC236}">
                  <a16:creationId xmlns:a16="http://schemas.microsoft.com/office/drawing/2014/main" id="{B15AA7C5-9BFE-4B90-A119-467AFACE9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 name="Freeform 6">
              <a:extLst>
                <a:ext uri="{FF2B5EF4-FFF2-40B4-BE49-F238E27FC236}">
                  <a16:creationId xmlns:a16="http://schemas.microsoft.com/office/drawing/2014/main" id="{944AB87D-35AF-4719-9940-5822E77023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 name="Freeform 7">
              <a:extLst>
                <a:ext uri="{FF2B5EF4-FFF2-40B4-BE49-F238E27FC236}">
                  <a16:creationId xmlns:a16="http://schemas.microsoft.com/office/drawing/2014/main" id="{E8B33BE3-7890-4628-9322-7EFBA3375B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 name="Freeform 8">
              <a:extLst>
                <a:ext uri="{FF2B5EF4-FFF2-40B4-BE49-F238E27FC236}">
                  <a16:creationId xmlns:a16="http://schemas.microsoft.com/office/drawing/2014/main" id="{01AD3ECF-519E-45E2-99DA-F5C1B50715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8" name="Freeform 9">
              <a:extLst>
                <a:ext uri="{FF2B5EF4-FFF2-40B4-BE49-F238E27FC236}">
                  <a16:creationId xmlns:a16="http://schemas.microsoft.com/office/drawing/2014/main" id="{C050E700-0FF1-4D25-B54C-84BA04FCDC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 name="Freeform 10">
              <a:extLst>
                <a:ext uri="{FF2B5EF4-FFF2-40B4-BE49-F238E27FC236}">
                  <a16:creationId xmlns:a16="http://schemas.microsoft.com/office/drawing/2014/main" id="{720D9C11-F5C9-41B0-B2F2-EE20BC3D0C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 name="Freeform 11">
              <a:extLst>
                <a:ext uri="{FF2B5EF4-FFF2-40B4-BE49-F238E27FC236}">
                  <a16:creationId xmlns:a16="http://schemas.microsoft.com/office/drawing/2014/main" id="{623A9DA0-857E-4CDE-80EA-F30F1CE55C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1" name="Freeform 12">
              <a:extLst>
                <a:ext uri="{FF2B5EF4-FFF2-40B4-BE49-F238E27FC236}">
                  <a16:creationId xmlns:a16="http://schemas.microsoft.com/office/drawing/2014/main" id="{C48B8F4C-2C83-46F6-AFCD-58166AEB18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 name="Freeform 13">
              <a:extLst>
                <a:ext uri="{FF2B5EF4-FFF2-40B4-BE49-F238E27FC236}">
                  <a16:creationId xmlns:a16="http://schemas.microsoft.com/office/drawing/2014/main" id="{234C3795-C44D-41A7-A8F6-891387A668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3" name="Freeform 14">
              <a:extLst>
                <a:ext uri="{FF2B5EF4-FFF2-40B4-BE49-F238E27FC236}">
                  <a16:creationId xmlns:a16="http://schemas.microsoft.com/office/drawing/2014/main" id="{91CC36F4-5DFA-4954-B354-97B180E98F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4" name="Freeform 15">
              <a:extLst>
                <a:ext uri="{FF2B5EF4-FFF2-40B4-BE49-F238E27FC236}">
                  <a16:creationId xmlns:a16="http://schemas.microsoft.com/office/drawing/2014/main" id="{7087A08E-C024-457D-8F99-1F340CED61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 name="Freeform 16">
              <a:extLst>
                <a:ext uri="{FF2B5EF4-FFF2-40B4-BE49-F238E27FC236}">
                  <a16:creationId xmlns:a16="http://schemas.microsoft.com/office/drawing/2014/main" id="{61CFBC61-7F57-45D7-860E-BF51B0EDA5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 name="Freeform 17">
              <a:extLst>
                <a:ext uri="{FF2B5EF4-FFF2-40B4-BE49-F238E27FC236}">
                  <a16:creationId xmlns:a16="http://schemas.microsoft.com/office/drawing/2014/main" id="{2591C3DB-4880-431E-BC3D-37F1378AC5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 name="Freeform 18">
              <a:extLst>
                <a:ext uri="{FF2B5EF4-FFF2-40B4-BE49-F238E27FC236}">
                  <a16:creationId xmlns:a16="http://schemas.microsoft.com/office/drawing/2014/main" id="{79557EFE-4199-4E24-8A13-1B9CC1715A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 name="Freeform 19">
              <a:extLst>
                <a:ext uri="{FF2B5EF4-FFF2-40B4-BE49-F238E27FC236}">
                  <a16:creationId xmlns:a16="http://schemas.microsoft.com/office/drawing/2014/main" id="{0B965615-6052-4907-A136-9CAD14604C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 name="Freeform 20">
              <a:extLst>
                <a:ext uri="{FF2B5EF4-FFF2-40B4-BE49-F238E27FC236}">
                  <a16:creationId xmlns:a16="http://schemas.microsoft.com/office/drawing/2014/main" id="{F788FFC4-205D-47C1-91E7-DD1A52E0AF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0" name="Freeform 21">
              <a:extLst>
                <a:ext uri="{FF2B5EF4-FFF2-40B4-BE49-F238E27FC236}">
                  <a16:creationId xmlns:a16="http://schemas.microsoft.com/office/drawing/2014/main" id="{462FADD6-C927-46ED-A6E6-273B35C2F1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1" name="Freeform 22">
              <a:extLst>
                <a:ext uri="{FF2B5EF4-FFF2-40B4-BE49-F238E27FC236}">
                  <a16:creationId xmlns:a16="http://schemas.microsoft.com/office/drawing/2014/main" id="{AF64005E-134D-4444-9425-FB1C188985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2" name="Freeform 23">
              <a:extLst>
                <a:ext uri="{FF2B5EF4-FFF2-40B4-BE49-F238E27FC236}">
                  <a16:creationId xmlns:a16="http://schemas.microsoft.com/office/drawing/2014/main" id="{E2565CA7-A8CB-463D-8D25-4F41235BC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3" name="Freeform 24">
              <a:extLst>
                <a:ext uri="{FF2B5EF4-FFF2-40B4-BE49-F238E27FC236}">
                  <a16:creationId xmlns:a16="http://schemas.microsoft.com/office/drawing/2014/main" id="{41ABBFC0-4EEA-4634-A73B-945729D6BA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4" name="Freeform 25">
              <a:extLst>
                <a:ext uri="{FF2B5EF4-FFF2-40B4-BE49-F238E27FC236}">
                  <a16:creationId xmlns:a16="http://schemas.microsoft.com/office/drawing/2014/main" id="{E422F11F-726A-4A93-9D1B-B1400B0611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36" name="Group 35">
            <a:extLst>
              <a:ext uri="{FF2B5EF4-FFF2-40B4-BE49-F238E27FC236}">
                <a16:creationId xmlns:a16="http://schemas.microsoft.com/office/drawing/2014/main" id="{FBF129BC-EA9E-4D20-898B-399F7727DFB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37" name="Rectangle 36">
              <a:extLst>
                <a:ext uri="{FF2B5EF4-FFF2-40B4-BE49-F238E27FC236}">
                  <a16:creationId xmlns:a16="http://schemas.microsoft.com/office/drawing/2014/main" id="{CFF42BAE-3249-46C8-9108-A83C87206B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38" name="Isosceles Triangle 22">
              <a:extLst>
                <a:ext uri="{FF2B5EF4-FFF2-40B4-BE49-F238E27FC236}">
                  <a16:creationId xmlns:a16="http://schemas.microsoft.com/office/drawing/2014/main" id="{4DDE2BA8-4174-4A99-BB09-0BA28F2685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9" name="Rectangle 38">
              <a:extLst>
                <a:ext uri="{FF2B5EF4-FFF2-40B4-BE49-F238E27FC236}">
                  <a16:creationId xmlns:a16="http://schemas.microsoft.com/office/drawing/2014/main" id="{4A893933-F7DD-4DA6-85C7-4CFF58741E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41" name="Rectangle 40">
            <a:extLst>
              <a:ext uri="{FF2B5EF4-FFF2-40B4-BE49-F238E27FC236}">
                <a16:creationId xmlns:a16="http://schemas.microsoft.com/office/drawing/2014/main" id="{E2366EBA-92FD-44AE-87A9-25E5135EB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692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3" name="Group 42">
            <a:extLst>
              <a:ext uri="{FF2B5EF4-FFF2-40B4-BE49-F238E27FC236}">
                <a16:creationId xmlns:a16="http://schemas.microsoft.com/office/drawing/2014/main" id="{B437F5FC-01F7-4EB4-81E7-C27D917E95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44" name="Freeform 5">
              <a:extLst>
                <a:ext uri="{FF2B5EF4-FFF2-40B4-BE49-F238E27FC236}">
                  <a16:creationId xmlns:a16="http://schemas.microsoft.com/office/drawing/2014/main" id="{4B0CFF10-4805-4BFA-961B-1F60DAEB9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5" name="Freeform 6">
              <a:extLst>
                <a:ext uri="{FF2B5EF4-FFF2-40B4-BE49-F238E27FC236}">
                  <a16:creationId xmlns:a16="http://schemas.microsoft.com/office/drawing/2014/main" id="{BE054536-C03E-4857-B4AE-D687A58F9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 name="Freeform 7">
              <a:extLst>
                <a:ext uri="{FF2B5EF4-FFF2-40B4-BE49-F238E27FC236}">
                  <a16:creationId xmlns:a16="http://schemas.microsoft.com/office/drawing/2014/main" id="{FE33E51C-23D8-43F5-98C4-A2ED2C4C99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 name="Freeform 8">
              <a:extLst>
                <a:ext uri="{FF2B5EF4-FFF2-40B4-BE49-F238E27FC236}">
                  <a16:creationId xmlns:a16="http://schemas.microsoft.com/office/drawing/2014/main" id="{89E18891-DEB2-4CFD-A907-2868B2A910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 name="Freeform 9">
              <a:extLst>
                <a:ext uri="{FF2B5EF4-FFF2-40B4-BE49-F238E27FC236}">
                  <a16:creationId xmlns:a16="http://schemas.microsoft.com/office/drawing/2014/main" id="{0002C1BB-DB60-4314-A2FC-203E54D94C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 name="Freeform 10">
              <a:extLst>
                <a:ext uri="{FF2B5EF4-FFF2-40B4-BE49-F238E27FC236}">
                  <a16:creationId xmlns:a16="http://schemas.microsoft.com/office/drawing/2014/main" id="{9B75BDFA-6D78-4FB1-9F21-5280855C49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 name="Freeform 11">
              <a:extLst>
                <a:ext uri="{FF2B5EF4-FFF2-40B4-BE49-F238E27FC236}">
                  <a16:creationId xmlns:a16="http://schemas.microsoft.com/office/drawing/2014/main" id="{0B632D6B-A327-41AB-BBCF-9A03AD2AB7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1" name="Freeform 12">
              <a:extLst>
                <a:ext uri="{FF2B5EF4-FFF2-40B4-BE49-F238E27FC236}">
                  <a16:creationId xmlns:a16="http://schemas.microsoft.com/office/drawing/2014/main" id="{F514BBC5-1736-4813-BECB-5A6B6738E5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2" name="Freeform 13">
              <a:extLst>
                <a:ext uri="{FF2B5EF4-FFF2-40B4-BE49-F238E27FC236}">
                  <a16:creationId xmlns:a16="http://schemas.microsoft.com/office/drawing/2014/main" id="{94A2C868-7AEC-4209-BFA3-7185B11D33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3" name="Freeform 14">
              <a:extLst>
                <a:ext uri="{FF2B5EF4-FFF2-40B4-BE49-F238E27FC236}">
                  <a16:creationId xmlns:a16="http://schemas.microsoft.com/office/drawing/2014/main" id="{FF56CB70-2B25-4695-ADC8-6092D0D112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 name="Freeform 15">
              <a:extLst>
                <a:ext uri="{FF2B5EF4-FFF2-40B4-BE49-F238E27FC236}">
                  <a16:creationId xmlns:a16="http://schemas.microsoft.com/office/drawing/2014/main" id="{BA411BEF-2182-4458-B9AF-1634B5C2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5" name="Freeform 16">
              <a:extLst>
                <a:ext uri="{FF2B5EF4-FFF2-40B4-BE49-F238E27FC236}">
                  <a16:creationId xmlns:a16="http://schemas.microsoft.com/office/drawing/2014/main" id="{53F27E63-3F11-4C85-AC72-1EE8508C4C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 name="Freeform 17">
              <a:extLst>
                <a:ext uri="{FF2B5EF4-FFF2-40B4-BE49-F238E27FC236}">
                  <a16:creationId xmlns:a16="http://schemas.microsoft.com/office/drawing/2014/main" id="{68B589BA-F70F-4E0B-94B9-EEB83EDF3F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 name="Freeform 18">
              <a:extLst>
                <a:ext uri="{FF2B5EF4-FFF2-40B4-BE49-F238E27FC236}">
                  <a16:creationId xmlns:a16="http://schemas.microsoft.com/office/drawing/2014/main" id="{9D0B991D-CB0A-415F-8D77-A5565F66F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 name="Freeform 19">
              <a:extLst>
                <a:ext uri="{FF2B5EF4-FFF2-40B4-BE49-F238E27FC236}">
                  <a16:creationId xmlns:a16="http://schemas.microsoft.com/office/drawing/2014/main" id="{701E99DE-74F0-41D1-BBF4-5A57053BB6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 name="Freeform 20">
              <a:extLst>
                <a:ext uri="{FF2B5EF4-FFF2-40B4-BE49-F238E27FC236}">
                  <a16:creationId xmlns:a16="http://schemas.microsoft.com/office/drawing/2014/main" id="{C02EE40A-8F17-4182-9495-9506463B79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 name="Freeform 21">
              <a:extLst>
                <a:ext uri="{FF2B5EF4-FFF2-40B4-BE49-F238E27FC236}">
                  <a16:creationId xmlns:a16="http://schemas.microsoft.com/office/drawing/2014/main" id="{924210CA-0A35-4127-925F-D4084B7DC3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bg1">
                  <a:alpha val="35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1" name="Freeform 22">
              <a:extLst>
                <a:ext uri="{FF2B5EF4-FFF2-40B4-BE49-F238E27FC236}">
                  <a16:creationId xmlns:a16="http://schemas.microsoft.com/office/drawing/2014/main" id="{DC13CEF1-DD2D-474C-B81C-820CEF3D9C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2" name="Freeform 23">
              <a:extLst>
                <a:ext uri="{FF2B5EF4-FFF2-40B4-BE49-F238E27FC236}">
                  <a16:creationId xmlns:a16="http://schemas.microsoft.com/office/drawing/2014/main" id="{F889481A-8038-43E6-8EF1-A5F802CEDF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3" name="Freeform 24">
              <a:extLst>
                <a:ext uri="{FF2B5EF4-FFF2-40B4-BE49-F238E27FC236}">
                  <a16:creationId xmlns:a16="http://schemas.microsoft.com/office/drawing/2014/main" id="{128BD14A-9093-4854-A73A-F666B2ED2D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4" name="Freeform 25">
              <a:extLst>
                <a:ext uri="{FF2B5EF4-FFF2-40B4-BE49-F238E27FC236}">
                  <a16:creationId xmlns:a16="http://schemas.microsoft.com/office/drawing/2014/main" id="{22D884F4-76EC-4371-B903-E79CF191E3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useBgFill="1">
        <p:nvSpPr>
          <p:cNvPr id="66" name="Rectangle 65">
            <a:extLst>
              <a:ext uri="{FF2B5EF4-FFF2-40B4-BE49-F238E27FC236}">
                <a16:creationId xmlns:a16="http://schemas.microsoft.com/office/drawing/2014/main" id="{7C462C46-EFB7-4580-9921-DFC346FCC3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23665" y="0"/>
            <a:ext cx="10268336" cy="68692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73960D1-8A94-1C2C-E1BD-62712B25F1A4}"/>
              </a:ext>
            </a:extLst>
          </p:cNvPr>
          <p:cNvSpPr txBox="1"/>
          <p:nvPr/>
        </p:nvSpPr>
        <p:spPr>
          <a:xfrm>
            <a:off x="2172718" y="558500"/>
            <a:ext cx="6230857" cy="1230570"/>
          </a:xfrm>
          <a:prstGeom prst="rect">
            <a:avLst/>
          </a:prstGeom>
        </p:spPr>
        <p:txBody>
          <a:bodyPr vert="horz" lIns="228600" tIns="228600" rIns="228600" bIns="228600" rtlCol="0" anchor="t">
            <a:normAutofit/>
          </a:bodyPr>
          <a:lstStyle/>
          <a:p>
            <a:pPr defTabSz="914400">
              <a:lnSpc>
                <a:spcPct val="85000"/>
              </a:lnSpc>
              <a:spcBef>
                <a:spcPct val="0"/>
              </a:spcBef>
              <a:spcAft>
                <a:spcPts val="600"/>
              </a:spcAft>
            </a:pPr>
            <a:endParaRPr lang="en-US" sz="3600" b="1" spc="-150" dirty="0">
              <a:solidFill>
                <a:schemeClr val="accent1"/>
              </a:solidFill>
              <a:latin typeface="+mj-lt"/>
              <a:ea typeface="+mj-ea"/>
              <a:cs typeface="+mj-cs"/>
            </a:endParaRPr>
          </a:p>
        </p:txBody>
      </p:sp>
      <p:sp>
        <p:nvSpPr>
          <p:cNvPr id="68" name="Isosceles Triangle 67">
            <a:extLst>
              <a:ext uri="{FF2B5EF4-FFF2-40B4-BE49-F238E27FC236}">
                <a16:creationId xmlns:a16="http://schemas.microsoft.com/office/drawing/2014/main" id="{B8B918B4-AB10-4E3A-916E-A9625586EA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97903" y="954813"/>
            <a:ext cx="300774" cy="25928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8" name="TextBox 7">
            <a:extLst>
              <a:ext uri="{FF2B5EF4-FFF2-40B4-BE49-F238E27FC236}">
                <a16:creationId xmlns:a16="http://schemas.microsoft.com/office/drawing/2014/main" id="{E22EC572-AF8D-62D4-3BFF-34BC0CED27DA}"/>
              </a:ext>
            </a:extLst>
          </p:cNvPr>
          <p:cNvSpPr txBox="1"/>
          <p:nvPr/>
        </p:nvSpPr>
        <p:spPr>
          <a:xfrm>
            <a:off x="2161789" y="731838"/>
            <a:ext cx="9663500" cy="5998932"/>
          </a:xfrm>
          <a:prstGeom prst="rect">
            <a:avLst/>
          </a:prstGeom>
        </p:spPr>
        <p:txBody>
          <a:bodyPr vert="horz" lIns="91440" tIns="45720" rIns="91440" bIns="45720" rtlCol="0" anchor="t">
            <a:normAutofit fontScale="85000" lnSpcReduction="20000"/>
          </a:bodyPr>
          <a:lstStyle/>
          <a:p>
            <a:pPr indent="-228600" defTabSz="914400">
              <a:lnSpc>
                <a:spcPct val="120000"/>
              </a:lnSpc>
              <a:spcAft>
                <a:spcPts val="600"/>
              </a:spcAft>
              <a:buClr>
                <a:schemeClr val="accent1"/>
              </a:buClr>
              <a:buSzPct val="110000"/>
              <a:buFont typeface="Wingdings" panose="05000000000000000000" pitchFamily="2" charset="2"/>
              <a:buChar char="§"/>
            </a:pPr>
            <a:r>
              <a:rPr lang="en-US" sz="2400" dirty="0">
                <a:solidFill>
                  <a:srgbClr val="002060"/>
                </a:solidFill>
              </a:rPr>
              <a:t>Task 1: Identifying Approval Trends</a:t>
            </a:r>
          </a:p>
          <a:p>
            <a:pPr indent="-228600" defTabSz="914400">
              <a:lnSpc>
                <a:spcPct val="120000"/>
              </a:lnSpc>
              <a:spcAft>
                <a:spcPts val="600"/>
              </a:spcAft>
              <a:buClr>
                <a:schemeClr val="accent1"/>
              </a:buClr>
              <a:buSzPct val="110000"/>
              <a:buFont typeface="Wingdings" panose="05000000000000000000" pitchFamily="2" charset="2"/>
              <a:buChar char="§"/>
            </a:pPr>
            <a:r>
              <a:rPr lang="en-US" sz="2400" dirty="0">
                <a:solidFill>
                  <a:srgbClr val="002060"/>
                </a:solidFill>
              </a:rPr>
              <a:t>1. Determine the number of drugs approved each year and provide insights into the yearly  trends.</a:t>
            </a:r>
          </a:p>
          <a:p>
            <a:pPr indent="-228600" defTabSz="914400">
              <a:lnSpc>
                <a:spcPct val="120000"/>
              </a:lnSpc>
              <a:spcAft>
                <a:spcPts val="600"/>
              </a:spcAft>
              <a:buClr>
                <a:schemeClr val="accent1"/>
              </a:buClr>
              <a:buSzPct val="110000"/>
              <a:buFont typeface="Wingdings" panose="05000000000000000000" pitchFamily="2" charset="2"/>
              <a:buChar char="§"/>
            </a:pPr>
            <a:r>
              <a:rPr lang="en-US" sz="2400" dirty="0">
                <a:solidFill>
                  <a:srgbClr val="002060"/>
                </a:solidFill>
              </a:rPr>
              <a:t>2. Identify the top three years that got the highest and lowest approvals, in descending and ascending order, respectively.</a:t>
            </a:r>
          </a:p>
          <a:p>
            <a:pPr indent="-228600" defTabSz="914400">
              <a:lnSpc>
                <a:spcPct val="120000"/>
              </a:lnSpc>
              <a:spcAft>
                <a:spcPts val="600"/>
              </a:spcAft>
              <a:buClr>
                <a:schemeClr val="accent1"/>
              </a:buClr>
              <a:buSzPct val="110000"/>
              <a:buFont typeface="Wingdings" panose="05000000000000000000" pitchFamily="2" charset="2"/>
              <a:buChar char="§"/>
            </a:pPr>
            <a:r>
              <a:rPr lang="en-US" sz="2400" dirty="0">
                <a:solidFill>
                  <a:srgbClr val="002060"/>
                </a:solidFill>
              </a:rPr>
              <a:t>3. Explore approval trends over the years based on sponsors. </a:t>
            </a:r>
          </a:p>
          <a:p>
            <a:pPr indent="-228600" defTabSz="914400">
              <a:lnSpc>
                <a:spcPct val="120000"/>
              </a:lnSpc>
              <a:spcAft>
                <a:spcPts val="600"/>
              </a:spcAft>
              <a:buClr>
                <a:schemeClr val="accent1"/>
              </a:buClr>
              <a:buSzPct val="110000"/>
              <a:buFont typeface="Wingdings" panose="05000000000000000000" pitchFamily="2" charset="2"/>
              <a:buChar char="§"/>
            </a:pPr>
            <a:r>
              <a:rPr lang="en-US" sz="2400" dirty="0">
                <a:solidFill>
                  <a:srgbClr val="002060"/>
                </a:solidFill>
              </a:rPr>
              <a:t>4. Rank sponsors based on the total number of approvals they received each year between 1939 and 1960.</a:t>
            </a:r>
          </a:p>
          <a:p>
            <a:pPr indent="-228600" defTabSz="914400">
              <a:lnSpc>
                <a:spcPct val="120000"/>
              </a:lnSpc>
              <a:spcAft>
                <a:spcPts val="600"/>
              </a:spcAft>
              <a:buClr>
                <a:schemeClr val="accent1"/>
              </a:buClr>
              <a:buSzPct val="110000"/>
              <a:buFont typeface="Wingdings" panose="05000000000000000000" pitchFamily="2" charset="2"/>
              <a:buChar char="§"/>
            </a:pPr>
            <a:endParaRPr lang="en-US" sz="2400" dirty="0">
              <a:solidFill>
                <a:srgbClr val="002060"/>
              </a:solidFill>
            </a:endParaRPr>
          </a:p>
          <a:p>
            <a:pPr indent="-228600" defTabSz="914400">
              <a:lnSpc>
                <a:spcPct val="120000"/>
              </a:lnSpc>
              <a:spcAft>
                <a:spcPts val="600"/>
              </a:spcAft>
              <a:buClr>
                <a:schemeClr val="accent1"/>
              </a:buClr>
              <a:buSzPct val="110000"/>
              <a:buFont typeface="Wingdings" panose="05000000000000000000" pitchFamily="2" charset="2"/>
              <a:buChar char="§"/>
            </a:pPr>
            <a:r>
              <a:rPr lang="en-US" sz="2400" dirty="0">
                <a:solidFill>
                  <a:srgbClr val="002060"/>
                </a:solidFill>
              </a:rPr>
              <a:t>Task 2: Segmentation Analysis Based on Drug Marketing Status</a:t>
            </a:r>
          </a:p>
          <a:p>
            <a:pPr indent="-228600" defTabSz="914400">
              <a:lnSpc>
                <a:spcPct val="120000"/>
              </a:lnSpc>
              <a:spcAft>
                <a:spcPts val="600"/>
              </a:spcAft>
              <a:buClr>
                <a:schemeClr val="accent1"/>
              </a:buClr>
              <a:buSzPct val="110000"/>
              <a:buFont typeface="Wingdings" panose="05000000000000000000" pitchFamily="2" charset="2"/>
              <a:buChar char="§"/>
            </a:pPr>
            <a:r>
              <a:rPr lang="en-US" sz="2400" dirty="0">
                <a:solidFill>
                  <a:srgbClr val="002060"/>
                </a:solidFill>
              </a:rPr>
              <a:t>1. Group products based on Marketing Status. Provide meaningful insights into the segmentation patterns.</a:t>
            </a:r>
          </a:p>
          <a:p>
            <a:pPr indent="-228600" defTabSz="914400">
              <a:lnSpc>
                <a:spcPct val="120000"/>
              </a:lnSpc>
              <a:spcAft>
                <a:spcPts val="600"/>
              </a:spcAft>
              <a:buClr>
                <a:schemeClr val="accent1"/>
              </a:buClr>
              <a:buSzPct val="110000"/>
              <a:buFont typeface="Wingdings" panose="05000000000000000000" pitchFamily="2" charset="2"/>
              <a:buChar char="§"/>
            </a:pPr>
            <a:r>
              <a:rPr lang="en-US" sz="2400" dirty="0">
                <a:solidFill>
                  <a:srgbClr val="002060"/>
                </a:solidFill>
              </a:rPr>
              <a:t>2. Calculate the total number of applications for each Marketing Status year-wise after the year 2010. </a:t>
            </a:r>
          </a:p>
          <a:p>
            <a:pPr indent="-228600" defTabSz="914400">
              <a:lnSpc>
                <a:spcPct val="120000"/>
              </a:lnSpc>
              <a:spcAft>
                <a:spcPts val="600"/>
              </a:spcAft>
              <a:buClr>
                <a:schemeClr val="accent1"/>
              </a:buClr>
              <a:buSzPct val="110000"/>
              <a:buFont typeface="Wingdings" panose="05000000000000000000" pitchFamily="2" charset="2"/>
              <a:buChar char="§"/>
            </a:pPr>
            <a:r>
              <a:rPr lang="en-US" sz="2400" dirty="0">
                <a:solidFill>
                  <a:srgbClr val="002060"/>
                </a:solidFill>
              </a:rPr>
              <a:t>3. Identify the top Marketing Status with the maximum number of applications and analyze its trend over time.</a:t>
            </a:r>
          </a:p>
        </p:txBody>
      </p:sp>
      <p:sp>
        <p:nvSpPr>
          <p:cNvPr id="2" name="TextBox 1">
            <a:extLst>
              <a:ext uri="{FF2B5EF4-FFF2-40B4-BE49-F238E27FC236}">
                <a16:creationId xmlns:a16="http://schemas.microsoft.com/office/drawing/2014/main" id="{7F4721F8-5071-2CDF-AEFE-C1986D0053F5}"/>
              </a:ext>
            </a:extLst>
          </p:cNvPr>
          <p:cNvSpPr txBox="1"/>
          <p:nvPr/>
        </p:nvSpPr>
        <p:spPr>
          <a:xfrm>
            <a:off x="2254352" y="183842"/>
            <a:ext cx="7736499" cy="461665"/>
          </a:xfrm>
          <a:prstGeom prst="rect">
            <a:avLst/>
          </a:prstGeom>
          <a:noFill/>
        </p:spPr>
        <p:txBody>
          <a:bodyPr wrap="square">
            <a:spAutoFit/>
          </a:bodyPr>
          <a:lstStyle/>
          <a:p>
            <a:r>
              <a:rPr lang="en-US" sz="2400" dirty="0">
                <a:solidFill>
                  <a:srgbClr val="002060"/>
                </a:solidFill>
                <a:highlight>
                  <a:srgbClr val="FFFFFF"/>
                </a:highlight>
                <a:latin typeface="Algerian" panose="04020705040A02060702" pitchFamily="82" charset="0"/>
                <a:cs typeface="Aldhabi" panose="020F0502020204030204" pitchFamily="2" charset="-78"/>
              </a:rPr>
              <a:t>Part - 1 SQL</a:t>
            </a:r>
            <a:r>
              <a:rPr lang="en-US" sz="2400" dirty="0">
                <a:solidFill>
                  <a:srgbClr val="002060"/>
                </a:solidFill>
              </a:rPr>
              <a:t> </a:t>
            </a:r>
            <a:r>
              <a:rPr lang="en-US" sz="2400" dirty="0">
                <a:solidFill>
                  <a:srgbClr val="002060"/>
                </a:solidFill>
                <a:highlight>
                  <a:srgbClr val="FFFFFF"/>
                </a:highlight>
                <a:latin typeface="Algerian" panose="04020705040A02060702" pitchFamily="82" charset="0"/>
                <a:cs typeface="Aldhabi" panose="020F0502020204030204" pitchFamily="2" charset="-78"/>
              </a:rPr>
              <a:t>Queries</a:t>
            </a:r>
            <a:r>
              <a:rPr lang="en-US" sz="2400" dirty="0">
                <a:solidFill>
                  <a:srgbClr val="002060"/>
                </a:solidFill>
              </a:rPr>
              <a:t>:</a:t>
            </a:r>
          </a:p>
        </p:txBody>
      </p:sp>
    </p:spTree>
    <p:extLst>
      <p:ext uri="{BB962C8B-B14F-4D97-AF65-F5344CB8AC3E}">
        <p14:creationId xmlns:p14="http://schemas.microsoft.com/office/powerpoint/2010/main" val="12485725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15E1AC81-83F2-45A8-9054-15570F4E25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4" name="Freeform 5">
              <a:extLst>
                <a:ext uri="{FF2B5EF4-FFF2-40B4-BE49-F238E27FC236}">
                  <a16:creationId xmlns:a16="http://schemas.microsoft.com/office/drawing/2014/main" id="{B15AA7C5-9BFE-4B90-A119-467AFACE9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 name="Freeform 6">
              <a:extLst>
                <a:ext uri="{FF2B5EF4-FFF2-40B4-BE49-F238E27FC236}">
                  <a16:creationId xmlns:a16="http://schemas.microsoft.com/office/drawing/2014/main" id="{944AB87D-35AF-4719-9940-5822E77023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 name="Freeform 7">
              <a:extLst>
                <a:ext uri="{FF2B5EF4-FFF2-40B4-BE49-F238E27FC236}">
                  <a16:creationId xmlns:a16="http://schemas.microsoft.com/office/drawing/2014/main" id="{E8B33BE3-7890-4628-9322-7EFBA3375B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 name="Freeform 8">
              <a:extLst>
                <a:ext uri="{FF2B5EF4-FFF2-40B4-BE49-F238E27FC236}">
                  <a16:creationId xmlns:a16="http://schemas.microsoft.com/office/drawing/2014/main" id="{01AD3ECF-519E-45E2-99DA-F5C1B50715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8" name="Freeform 9">
              <a:extLst>
                <a:ext uri="{FF2B5EF4-FFF2-40B4-BE49-F238E27FC236}">
                  <a16:creationId xmlns:a16="http://schemas.microsoft.com/office/drawing/2014/main" id="{C050E700-0FF1-4D25-B54C-84BA04FCDC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 name="Freeform 10">
              <a:extLst>
                <a:ext uri="{FF2B5EF4-FFF2-40B4-BE49-F238E27FC236}">
                  <a16:creationId xmlns:a16="http://schemas.microsoft.com/office/drawing/2014/main" id="{720D9C11-F5C9-41B0-B2F2-EE20BC3D0C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 name="Freeform 11">
              <a:extLst>
                <a:ext uri="{FF2B5EF4-FFF2-40B4-BE49-F238E27FC236}">
                  <a16:creationId xmlns:a16="http://schemas.microsoft.com/office/drawing/2014/main" id="{623A9DA0-857E-4CDE-80EA-F30F1CE55C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1" name="Freeform 12">
              <a:extLst>
                <a:ext uri="{FF2B5EF4-FFF2-40B4-BE49-F238E27FC236}">
                  <a16:creationId xmlns:a16="http://schemas.microsoft.com/office/drawing/2014/main" id="{C48B8F4C-2C83-46F6-AFCD-58166AEB18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 name="Freeform 13">
              <a:extLst>
                <a:ext uri="{FF2B5EF4-FFF2-40B4-BE49-F238E27FC236}">
                  <a16:creationId xmlns:a16="http://schemas.microsoft.com/office/drawing/2014/main" id="{234C3795-C44D-41A7-A8F6-891387A668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3" name="Freeform 14">
              <a:extLst>
                <a:ext uri="{FF2B5EF4-FFF2-40B4-BE49-F238E27FC236}">
                  <a16:creationId xmlns:a16="http://schemas.microsoft.com/office/drawing/2014/main" id="{91CC36F4-5DFA-4954-B354-97B180E98F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4" name="Freeform 15">
              <a:extLst>
                <a:ext uri="{FF2B5EF4-FFF2-40B4-BE49-F238E27FC236}">
                  <a16:creationId xmlns:a16="http://schemas.microsoft.com/office/drawing/2014/main" id="{7087A08E-C024-457D-8F99-1F340CED61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 name="Freeform 16">
              <a:extLst>
                <a:ext uri="{FF2B5EF4-FFF2-40B4-BE49-F238E27FC236}">
                  <a16:creationId xmlns:a16="http://schemas.microsoft.com/office/drawing/2014/main" id="{61CFBC61-7F57-45D7-860E-BF51B0EDA5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 name="Freeform 17">
              <a:extLst>
                <a:ext uri="{FF2B5EF4-FFF2-40B4-BE49-F238E27FC236}">
                  <a16:creationId xmlns:a16="http://schemas.microsoft.com/office/drawing/2014/main" id="{2591C3DB-4880-431E-BC3D-37F1378AC5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 name="Freeform 18">
              <a:extLst>
                <a:ext uri="{FF2B5EF4-FFF2-40B4-BE49-F238E27FC236}">
                  <a16:creationId xmlns:a16="http://schemas.microsoft.com/office/drawing/2014/main" id="{79557EFE-4199-4E24-8A13-1B9CC1715A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 name="Freeform 19">
              <a:extLst>
                <a:ext uri="{FF2B5EF4-FFF2-40B4-BE49-F238E27FC236}">
                  <a16:creationId xmlns:a16="http://schemas.microsoft.com/office/drawing/2014/main" id="{0B965615-6052-4907-A136-9CAD14604C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 name="Freeform 20">
              <a:extLst>
                <a:ext uri="{FF2B5EF4-FFF2-40B4-BE49-F238E27FC236}">
                  <a16:creationId xmlns:a16="http://schemas.microsoft.com/office/drawing/2014/main" id="{F788FFC4-205D-47C1-91E7-DD1A52E0AF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0" name="Freeform 21">
              <a:extLst>
                <a:ext uri="{FF2B5EF4-FFF2-40B4-BE49-F238E27FC236}">
                  <a16:creationId xmlns:a16="http://schemas.microsoft.com/office/drawing/2014/main" id="{462FADD6-C927-46ED-A6E6-273B35C2F1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1" name="Freeform 22">
              <a:extLst>
                <a:ext uri="{FF2B5EF4-FFF2-40B4-BE49-F238E27FC236}">
                  <a16:creationId xmlns:a16="http://schemas.microsoft.com/office/drawing/2014/main" id="{AF64005E-134D-4444-9425-FB1C188985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2" name="Freeform 23">
              <a:extLst>
                <a:ext uri="{FF2B5EF4-FFF2-40B4-BE49-F238E27FC236}">
                  <a16:creationId xmlns:a16="http://schemas.microsoft.com/office/drawing/2014/main" id="{E2565CA7-A8CB-463D-8D25-4F41235BC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3" name="Freeform 24">
              <a:extLst>
                <a:ext uri="{FF2B5EF4-FFF2-40B4-BE49-F238E27FC236}">
                  <a16:creationId xmlns:a16="http://schemas.microsoft.com/office/drawing/2014/main" id="{41ABBFC0-4EEA-4634-A73B-945729D6BA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4" name="Freeform 25">
              <a:extLst>
                <a:ext uri="{FF2B5EF4-FFF2-40B4-BE49-F238E27FC236}">
                  <a16:creationId xmlns:a16="http://schemas.microsoft.com/office/drawing/2014/main" id="{E422F11F-726A-4A93-9D1B-B1400B0611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36" name="Group 35">
            <a:extLst>
              <a:ext uri="{FF2B5EF4-FFF2-40B4-BE49-F238E27FC236}">
                <a16:creationId xmlns:a16="http://schemas.microsoft.com/office/drawing/2014/main" id="{FBF129BC-EA9E-4D20-898B-399F7727DFB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37" name="Rectangle 36">
              <a:extLst>
                <a:ext uri="{FF2B5EF4-FFF2-40B4-BE49-F238E27FC236}">
                  <a16:creationId xmlns:a16="http://schemas.microsoft.com/office/drawing/2014/main" id="{CFF42BAE-3249-46C8-9108-A83C87206B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38" name="Isosceles Triangle 22">
              <a:extLst>
                <a:ext uri="{FF2B5EF4-FFF2-40B4-BE49-F238E27FC236}">
                  <a16:creationId xmlns:a16="http://schemas.microsoft.com/office/drawing/2014/main" id="{4DDE2BA8-4174-4A99-BB09-0BA28F2685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9" name="Rectangle 38">
              <a:extLst>
                <a:ext uri="{FF2B5EF4-FFF2-40B4-BE49-F238E27FC236}">
                  <a16:creationId xmlns:a16="http://schemas.microsoft.com/office/drawing/2014/main" id="{4A893933-F7DD-4DA6-85C7-4CFF58741E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41" name="Rectangle 40">
            <a:extLst>
              <a:ext uri="{FF2B5EF4-FFF2-40B4-BE49-F238E27FC236}">
                <a16:creationId xmlns:a16="http://schemas.microsoft.com/office/drawing/2014/main" id="{E2366EBA-92FD-44AE-87A9-25E5135EB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692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3" name="Group 42">
            <a:extLst>
              <a:ext uri="{FF2B5EF4-FFF2-40B4-BE49-F238E27FC236}">
                <a16:creationId xmlns:a16="http://schemas.microsoft.com/office/drawing/2014/main" id="{B437F5FC-01F7-4EB4-81E7-C27D917E95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44" name="Freeform 5">
              <a:extLst>
                <a:ext uri="{FF2B5EF4-FFF2-40B4-BE49-F238E27FC236}">
                  <a16:creationId xmlns:a16="http://schemas.microsoft.com/office/drawing/2014/main" id="{4B0CFF10-4805-4BFA-961B-1F60DAEB9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5" name="Freeform 6">
              <a:extLst>
                <a:ext uri="{FF2B5EF4-FFF2-40B4-BE49-F238E27FC236}">
                  <a16:creationId xmlns:a16="http://schemas.microsoft.com/office/drawing/2014/main" id="{BE054536-C03E-4857-B4AE-D687A58F9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 name="Freeform 7">
              <a:extLst>
                <a:ext uri="{FF2B5EF4-FFF2-40B4-BE49-F238E27FC236}">
                  <a16:creationId xmlns:a16="http://schemas.microsoft.com/office/drawing/2014/main" id="{FE33E51C-23D8-43F5-98C4-A2ED2C4C99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 name="Freeform 8">
              <a:extLst>
                <a:ext uri="{FF2B5EF4-FFF2-40B4-BE49-F238E27FC236}">
                  <a16:creationId xmlns:a16="http://schemas.microsoft.com/office/drawing/2014/main" id="{89E18891-DEB2-4CFD-A907-2868B2A910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 name="Freeform 9">
              <a:extLst>
                <a:ext uri="{FF2B5EF4-FFF2-40B4-BE49-F238E27FC236}">
                  <a16:creationId xmlns:a16="http://schemas.microsoft.com/office/drawing/2014/main" id="{0002C1BB-DB60-4314-A2FC-203E54D94C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 name="Freeform 10">
              <a:extLst>
                <a:ext uri="{FF2B5EF4-FFF2-40B4-BE49-F238E27FC236}">
                  <a16:creationId xmlns:a16="http://schemas.microsoft.com/office/drawing/2014/main" id="{9B75BDFA-6D78-4FB1-9F21-5280855C49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 name="Freeform 11">
              <a:extLst>
                <a:ext uri="{FF2B5EF4-FFF2-40B4-BE49-F238E27FC236}">
                  <a16:creationId xmlns:a16="http://schemas.microsoft.com/office/drawing/2014/main" id="{0B632D6B-A327-41AB-BBCF-9A03AD2AB7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1" name="Freeform 12">
              <a:extLst>
                <a:ext uri="{FF2B5EF4-FFF2-40B4-BE49-F238E27FC236}">
                  <a16:creationId xmlns:a16="http://schemas.microsoft.com/office/drawing/2014/main" id="{F514BBC5-1736-4813-BECB-5A6B6738E5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2" name="Freeform 13">
              <a:extLst>
                <a:ext uri="{FF2B5EF4-FFF2-40B4-BE49-F238E27FC236}">
                  <a16:creationId xmlns:a16="http://schemas.microsoft.com/office/drawing/2014/main" id="{94A2C868-7AEC-4209-BFA3-7185B11D33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3" name="Freeform 14">
              <a:extLst>
                <a:ext uri="{FF2B5EF4-FFF2-40B4-BE49-F238E27FC236}">
                  <a16:creationId xmlns:a16="http://schemas.microsoft.com/office/drawing/2014/main" id="{FF56CB70-2B25-4695-ADC8-6092D0D112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 name="Freeform 15">
              <a:extLst>
                <a:ext uri="{FF2B5EF4-FFF2-40B4-BE49-F238E27FC236}">
                  <a16:creationId xmlns:a16="http://schemas.microsoft.com/office/drawing/2014/main" id="{BA411BEF-2182-4458-B9AF-1634B5C2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5" name="Freeform 16">
              <a:extLst>
                <a:ext uri="{FF2B5EF4-FFF2-40B4-BE49-F238E27FC236}">
                  <a16:creationId xmlns:a16="http://schemas.microsoft.com/office/drawing/2014/main" id="{53F27E63-3F11-4C85-AC72-1EE8508C4C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 name="Freeform 17">
              <a:extLst>
                <a:ext uri="{FF2B5EF4-FFF2-40B4-BE49-F238E27FC236}">
                  <a16:creationId xmlns:a16="http://schemas.microsoft.com/office/drawing/2014/main" id="{68B589BA-F70F-4E0B-94B9-EEB83EDF3F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 name="Freeform 18">
              <a:extLst>
                <a:ext uri="{FF2B5EF4-FFF2-40B4-BE49-F238E27FC236}">
                  <a16:creationId xmlns:a16="http://schemas.microsoft.com/office/drawing/2014/main" id="{9D0B991D-CB0A-415F-8D77-A5565F66F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 name="Freeform 19">
              <a:extLst>
                <a:ext uri="{FF2B5EF4-FFF2-40B4-BE49-F238E27FC236}">
                  <a16:creationId xmlns:a16="http://schemas.microsoft.com/office/drawing/2014/main" id="{701E99DE-74F0-41D1-BBF4-5A57053BB6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 name="Freeform 20">
              <a:extLst>
                <a:ext uri="{FF2B5EF4-FFF2-40B4-BE49-F238E27FC236}">
                  <a16:creationId xmlns:a16="http://schemas.microsoft.com/office/drawing/2014/main" id="{C02EE40A-8F17-4182-9495-9506463B79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 name="Freeform 21">
              <a:extLst>
                <a:ext uri="{FF2B5EF4-FFF2-40B4-BE49-F238E27FC236}">
                  <a16:creationId xmlns:a16="http://schemas.microsoft.com/office/drawing/2014/main" id="{924210CA-0A35-4127-925F-D4084B7DC3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bg1">
                  <a:alpha val="35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1" name="Freeform 22">
              <a:extLst>
                <a:ext uri="{FF2B5EF4-FFF2-40B4-BE49-F238E27FC236}">
                  <a16:creationId xmlns:a16="http://schemas.microsoft.com/office/drawing/2014/main" id="{DC13CEF1-DD2D-474C-B81C-820CEF3D9C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2" name="Freeform 23">
              <a:extLst>
                <a:ext uri="{FF2B5EF4-FFF2-40B4-BE49-F238E27FC236}">
                  <a16:creationId xmlns:a16="http://schemas.microsoft.com/office/drawing/2014/main" id="{F889481A-8038-43E6-8EF1-A5F802CEDF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3" name="Freeform 24">
              <a:extLst>
                <a:ext uri="{FF2B5EF4-FFF2-40B4-BE49-F238E27FC236}">
                  <a16:creationId xmlns:a16="http://schemas.microsoft.com/office/drawing/2014/main" id="{128BD14A-9093-4854-A73A-F666B2ED2D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4" name="Freeform 25">
              <a:extLst>
                <a:ext uri="{FF2B5EF4-FFF2-40B4-BE49-F238E27FC236}">
                  <a16:creationId xmlns:a16="http://schemas.microsoft.com/office/drawing/2014/main" id="{22D884F4-76EC-4371-B903-E79CF191E3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useBgFill="1">
        <p:nvSpPr>
          <p:cNvPr id="66" name="Rectangle 65">
            <a:extLst>
              <a:ext uri="{FF2B5EF4-FFF2-40B4-BE49-F238E27FC236}">
                <a16:creationId xmlns:a16="http://schemas.microsoft.com/office/drawing/2014/main" id="{7C462C46-EFB7-4580-9921-DFC346FCC3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23665" y="0"/>
            <a:ext cx="10268336" cy="68692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73960D1-8A94-1C2C-E1BD-62712B25F1A4}"/>
              </a:ext>
            </a:extLst>
          </p:cNvPr>
          <p:cNvSpPr txBox="1"/>
          <p:nvPr/>
        </p:nvSpPr>
        <p:spPr>
          <a:xfrm>
            <a:off x="2172718" y="558500"/>
            <a:ext cx="6230857" cy="1230570"/>
          </a:xfrm>
          <a:prstGeom prst="rect">
            <a:avLst/>
          </a:prstGeom>
        </p:spPr>
        <p:txBody>
          <a:bodyPr vert="horz" lIns="228600" tIns="228600" rIns="228600" bIns="228600" rtlCol="0" anchor="t">
            <a:normAutofit/>
          </a:bodyPr>
          <a:lstStyle/>
          <a:p>
            <a:pPr defTabSz="914400">
              <a:lnSpc>
                <a:spcPct val="85000"/>
              </a:lnSpc>
              <a:spcBef>
                <a:spcPct val="0"/>
              </a:spcBef>
              <a:spcAft>
                <a:spcPts val="600"/>
              </a:spcAft>
            </a:pPr>
            <a:endParaRPr lang="en-US" sz="3600" b="1" spc="-150" dirty="0">
              <a:solidFill>
                <a:schemeClr val="accent1"/>
              </a:solidFill>
              <a:latin typeface="+mj-lt"/>
              <a:ea typeface="+mj-ea"/>
              <a:cs typeface="+mj-cs"/>
            </a:endParaRPr>
          </a:p>
        </p:txBody>
      </p:sp>
      <p:sp>
        <p:nvSpPr>
          <p:cNvPr id="68" name="Isosceles Triangle 67">
            <a:extLst>
              <a:ext uri="{FF2B5EF4-FFF2-40B4-BE49-F238E27FC236}">
                <a16:creationId xmlns:a16="http://schemas.microsoft.com/office/drawing/2014/main" id="{B8B918B4-AB10-4E3A-916E-A9625586EA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97903" y="954813"/>
            <a:ext cx="300774" cy="25928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8" name="TextBox 7">
            <a:extLst>
              <a:ext uri="{FF2B5EF4-FFF2-40B4-BE49-F238E27FC236}">
                <a16:creationId xmlns:a16="http://schemas.microsoft.com/office/drawing/2014/main" id="{E22EC572-AF8D-62D4-3BFF-34BC0CED27DA}"/>
              </a:ext>
            </a:extLst>
          </p:cNvPr>
          <p:cNvSpPr txBox="1"/>
          <p:nvPr/>
        </p:nvSpPr>
        <p:spPr>
          <a:xfrm>
            <a:off x="2281023" y="424033"/>
            <a:ext cx="9804614" cy="5998932"/>
          </a:xfrm>
          <a:prstGeom prst="rect">
            <a:avLst/>
          </a:prstGeom>
        </p:spPr>
        <p:txBody>
          <a:bodyPr vert="horz" lIns="91440" tIns="45720" rIns="91440" bIns="45720" rtlCol="0" anchor="t">
            <a:normAutofit/>
          </a:bodyPr>
          <a:lstStyle/>
          <a:p>
            <a:pPr indent="-228600" defTabSz="914400">
              <a:lnSpc>
                <a:spcPct val="120000"/>
              </a:lnSpc>
              <a:spcAft>
                <a:spcPts val="600"/>
              </a:spcAft>
              <a:buClr>
                <a:schemeClr val="accent1"/>
              </a:buClr>
              <a:buSzPct val="110000"/>
              <a:buFont typeface="Wingdings" panose="05000000000000000000" pitchFamily="2" charset="2"/>
              <a:buChar char="§"/>
            </a:pPr>
            <a:r>
              <a:rPr lang="en-US" sz="2400" dirty="0">
                <a:solidFill>
                  <a:srgbClr val="002060"/>
                </a:solidFill>
              </a:rPr>
              <a:t> Task 3: Analyzing Products</a:t>
            </a:r>
          </a:p>
          <a:p>
            <a:pPr indent="-228600" defTabSz="914400">
              <a:lnSpc>
                <a:spcPct val="120000"/>
              </a:lnSpc>
              <a:spcAft>
                <a:spcPts val="600"/>
              </a:spcAft>
              <a:buClr>
                <a:schemeClr val="accent1"/>
              </a:buClr>
              <a:buSzPct val="110000"/>
              <a:buFont typeface="Wingdings" panose="05000000000000000000" pitchFamily="2" charset="2"/>
              <a:buChar char="§"/>
            </a:pPr>
            <a:r>
              <a:rPr lang="en-US" sz="2400" dirty="0">
                <a:solidFill>
                  <a:srgbClr val="002060"/>
                </a:solidFill>
              </a:rPr>
              <a:t>1. Categorize Products by dosage form and analyze their distribution.</a:t>
            </a:r>
          </a:p>
          <a:p>
            <a:pPr indent="-228600" defTabSz="914400">
              <a:lnSpc>
                <a:spcPct val="120000"/>
              </a:lnSpc>
              <a:spcAft>
                <a:spcPts val="600"/>
              </a:spcAft>
              <a:buClr>
                <a:schemeClr val="accent1"/>
              </a:buClr>
              <a:buSzPct val="110000"/>
              <a:buFont typeface="Wingdings" panose="05000000000000000000" pitchFamily="2" charset="2"/>
              <a:buChar char="§"/>
            </a:pPr>
            <a:r>
              <a:rPr lang="en-US" sz="2400" dirty="0">
                <a:solidFill>
                  <a:srgbClr val="002060"/>
                </a:solidFill>
              </a:rPr>
              <a:t>2. Calculate the total number of approvals for each dosage form and identify the most successful forms.</a:t>
            </a:r>
          </a:p>
          <a:p>
            <a:pPr indent="-228600" defTabSz="914400">
              <a:lnSpc>
                <a:spcPct val="120000"/>
              </a:lnSpc>
              <a:spcAft>
                <a:spcPts val="600"/>
              </a:spcAft>
              <a:buClr>
                <a:schemeClr val="accent1"/>
              </a:buClr>
              <a:buSzPct val="110000"/>
              <a:buFont typeface="Wingdings" panose="05000000000000000000" pitchFamily="2" charset="2"/>
              <a:buChar char="§"/>
            </a:pPr>
            <a:r>
              <a:rPr lang="en-US" sz="2400" dirty="0">
                <a:solidFill>
                  <a:srgbClr val="002060"/>
                </a:solidFill>
              </a:rPr>
              <a:t>3. Investigate yearly trends related to successful forms. </a:t>
            </a:r>
          </a:p>
          <a:p>
            <a:pPr indent="-228600" defTabSz="914400">
              <a:lnSpc>
                <a:spcPct val="120000"/>
              </a:lnSpc>
              <a:spcAft>
                <a:spcPts val="600"/>
              </a:spcAft>
              <a:buClr>
                <a:schemeClr val="accent1"/>
              </a:buClr>
              <a:buSzPct val="110000"/>
              <a:buFont typeface="Wingdings" panose="05000000000000000000" pitchFamily="2" charset="2"/>
              <a:buChar char="§"/>
            </a:pPr>
            <a:r>
              <a:rPr lang="en-US" sz="2400" dirty="0">
                <a:solidFill>
                  <a:srgbClr val="002060"/>
                </a:solidFill>
              </a:rPr>
              <a:t>Task 4: Exploring Therapeutic Classes and Approval Trends</a:t>
            </a:r>
          </a:p>
          <a:p>
            <a:pPr indent="-228600" defTabSz="914400">
              <a:lnSpc>
                <a:spcPct val="120000"/>
              </a:lnSpc>
              <a:spcAft>
                <a:spcPts val="600"/>
              </a:spcAft>
              <a:buClr>
                <a:schemeClr val="accent1"/>
              </a:buClr>
              <a:buSzPct val="110000"/>
              <a:buFont typeface="Wingdings" panose="05000000000000000000" pitchFamily="2" charset="2"/>
              <a:buChar char="§"/>
            </a:pPr>
            <a:r>
              <a:rPr lang="en-US" sz="2400" dirty="0">
                <a:solidFill>
                  <a:srgbClr val="002060"/>
                </a:solidFill>
              </a:rPr>
              <a:t>1. Analyze drug approvals based on therapeutic evaluation code (TE Code).</a:t>
            </a:r>
          </a:p>
          <a:p>
            <a:pPr indent="-228600" defTabSz="914400">
              <a:lnSpc>
                <a:spcPct val="120000"/>
              </a:lnSpc>
              <a:spcAft>
                <a:spcPts val="600"/>
              </a:spcAft>
              <a:buClr>
                <a:schemeClr val="accent1"/>
              </a:buClr>
              <a:buSzPct val="110000"/>
              <a:buFont typeface="Wingdings" panose="05000000000000000000" pitchFamily="2" charset="2"/>
              <a:buChar char="§"/>
            </a:pPr>
            <a:r>
              <a:rPr lang="en-US" sz="2400" dirty="0">
                <a:solidFill>
                  <a:srgbClr val="002060"/>
                </a:solidFill>
              </a:rPr>
              <a:t>2. Determine the therapeutic evaluation code (TE Code) with the highest number of Approvals in each year.</a:t>
            </a:r>
          </a:p>
        </p:txBody>
      </p:sp>
    </p:spTree>
    <p:extLst>
      <p:ext uri="{BB962C8B-B14F-4D97-AF65-F5344CB8AC3E}">
        <p14:creationId xmlns:p14="http://schemas.microsoft.com/office/powerpoint/2010/main" val="2783347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15E1AC81-83F2-45A8-9054-15570F4E25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4" name="Freeform 5">
              <a:extLst>
                <a:ext uri="{FF2B5EF4-FFF2-40B4-BE49-F238E27FC236}">
                  <a16:creationId xmlns:a16="http://schemas.microsoft.com/office/drawing/2014/main" id="{B15AA7C5-9BFE-4B90-A119-467AFACE9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 name="Freeform 6">
              <a:extLst>
                <a:ext uri="{FF2B5EF4-FFF2-40B4-BE49-F238E27FC236}">
                  <a16:creationId xmlns:a16="http://schemas.microsoft.com/office/drawing/2014/main" id="{944AB87D-35AF-4719-9940-5822E77023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 name="Freeform 7">
              <a:extLst>
                <a:ext uri="{FF2B5EF4-FFF2-40B4-BE49-F238E27FC236}">
                  <a16:creationId xmlns:a16="http://schemas.microsoft.com/office/drawing/2014/main" id="{E8B33BE3-7890-4628-9322-7EFBA3375B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 name="Freeform 8">
              <a:extLst>
                <a:ext uri="{FF2B5EF4-FFF2-40B4-BE49-F238E27FC236}">
                  <a16:creationId xmlns:a16="http://schemas.microsoft.com/office/drawing/2014/main" id="{01AD3ECF-519E-45E2-99DA-F5C1B50715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8" name="Freeform 9">
              <a:extLst>
                <a:ext uri="{FF2B5EF4-FFF2-40B4-BE49-F238E27FC236}">
                  <a16:creationId xmlns:a16="http://schemas.microsoft.com/office/drawing/2014/main" id="{C050E700-0FF1-4D25-B54C-84BA04FCDC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 name="Freeform 10">
              <a:extLst>
                <a:ext uri="{FF2B5EF4-FFF2-40B4-BE49-F238E27FC236}">
                  <a16:creationId xmlns:a16="http://schemas.microsoft.com/office/drawing/2014/main" id="{720D9C11-F5C9-41B0-B2F2-EE20BC3D0C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 name="Freeform 11">
              <a:extLst>
                <a:ext uri="{FF2B5EF4-FFF2-40B4-BE49-F238E27FC236}">
                  <a16:creationId xmlns:a16="http://schemas.microsoft.com/office/drawing/2014/main" id="{623A9DA0-857E-4CDE-80EA-F30F1CE55C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1" name="Freeform 12">
              <a:extLst>
                <a:ext uri="{FF2B5EF4-FFF2-40B4-BE49-F238E27FC236}">
                  <a16:creationId xmlns:a16="http://schemas.microsoft.com/office/drawing/2014/main" id="{C48B8F4C-2C83-46F6-AFCD-58166AEB18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 name="Freeform 13">
              <a:extLst>
                <a:ext uri="{FF2B5EF4-FFF2-40B4-BE49-F238E27FC236}">
                  <a16:creationId xmlns:a16="http://schemas.microsoft.com/office/drawing/2014/main" id="{234C3795-C44D-41A7-A8F6-891387A668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3" name="Freeform 14">
              <a:extLst>
                <a:ext uri="{FF2B5EF4-FFF2-40B4-BE49-F238E27FC236}">
                  <a16:creationId xmlns:a16="http://schemas.microsoft.com/office/drawing/2014/main" id="{91CC36F4-5DFA-4954-B354-97B180E98F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4" name="Freeform 15">
              <a:extLst>
                <a:ext uri="{FF2B5EF4-FFF2-40B4-BE49-F238E27FC236}">
                  <a16:creationId xmlns:a16="http://schemas.microsoft.com/office/drawing/2014/main" id="{7087A08E-C024-457D-8F99-1F340CED61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 name="Freeform 16">
              <a:extLst>
                <a:ext uri="{FF2B5EF4-FFF2-40B4-BE49-F238E27FC236}">
                  <a16:creationId xmlns:a16="http://schemas.microsoft.com/office/drawing/2014/main" id="{61CFBC61-7F57-45D7-860E-BF51B0EDA5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 name="Freeform 17">
              <a:extLst>
                <a:ext uri="{FF2B5EF4-FFF2-40B4-BE49-F238E27FC236}">
                  <a16:creationId xmlns:a16="http://schemas.microsoft.com/office/drawing/2014/main" id="{2591C3DB-4880-431E-BC3D-37F1378AC5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 name="Freeform 18">
              <a:extLst>
                <a:ext uri="{FF2B5EF4-FFF2-40B4-BE49-F238E27FC236}">
                  <a16:creationId xmlns:a16="http://schemas.microsoft.com/office/drawing/2014/main" id="{79557EFE-4199-4E24-8A13-1B9CC1715A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 name="Freeform 19">
              <a:extLst>
                <a:ext uri="{FF2B5EF4-FFF2-40B4-BE49-F238E27FC236}">
                  <a16:creationId xmlns:a16="http://schemas.microsoft.com/office/drawing/2014/main" id="{0B965615-6052-4907-A136-9CAD14604C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 name="Freeform 20">
              <a:extLst>
                <a:ext uri="{FF2B5EF4-FFF2-40B4-BE49-F238E27FC236}">
                  <a16:creationId xmlns:a16="http://schemas.microsoft.com/office/drawing/2014/main" id="{F788FFC4-205D-47C1-91E7-DD1A52E0AF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0" name="Freeform 21">
              <a:extLst>
                <a:ext uri="{FF2B5EF4-FFF2-40B4-BE49-F238E27FC236}">
                  <a16:creationId xmlns:a16="http://schemas.microsoft.com/office/drawing/2014/main" id="{462FADD6-C927-46ED-A6E6-273B35C2F1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1" name="Freeform 22">
              <a:extLst>
                <a:ext uri="{FF2B5EF4-FFF2-40B4-BE49-F238E27FC236}">
                  <a16:creationId xmlns:a16="http://schemas.microsoft.com/office/drawing/2014/main" id="{AF64005E-134D-4444-9425-FB1C188985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2" name="Freeform 23">
              <a:extLst>
                <a:ext uri="{FF2B5EF4-FFF2-40B4-BE49-F238E27FC236}">
                  <a16:creationId xmlns:a16="http://schemas.microsoft.com/office/drawing/2014/main" id="{E2565CA7-A8CB-463D-8D25-4F41235BC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3" name="Freeform 24">
              <a:extLst>
                <a:ext uri="{FF2B5EF4-FFF2-40B4-BE49-F238E27FC236}">
                  <a16:creationId xmlns:a16="http://schemas.microsoft.com/office/drawing/2014/main" id="{41ABBFC0-4EEA-4634-A73B-945729D6BA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4" name="Freeform 25">
              <a:extLst>
                <a:ext uri="{FF2B5EF4-FFF2-40B4-BE49-F238E27FC236}">
                  <a16:creationId xmlns:a16="http://schemas.microsoft.com/office/drawing/2014/main" id="{E422F11F-726A-4A93-9D1B-B1400B0611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36" name="Group 35">
            <a:extLst>
              <a:ext uri="{FF2B5EF4-FFF2-40B4-BE49-F238E27FC236}">
                <a16:creationId xmlns:a16="http://schemas.microsoft.com/office/drawing/2014/main" id="{FBF129BC-EA9E-4D20-898B-399F7727DFB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37" name="Rectangle 36">
              <a:extLst>
                <a:ext uri="{FF2B5EF4-FFF2-40B4-BE49-F238E27FC236}">
                  <a16:creationId xmlns:a16="http://schemas.microsoft.com/office/drawing/2014/main" id="{CFF42BAE-3249-46C8-9108-A83C87206B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38" name="Isosceles Triangle 22">
              <a:extLst>
                <a:ext uri="{FF2B5EF4-FFF2-40B4-BE49-F238E27FC236}">
                  <a16:creationId xmlns:a16="http://schemas.microsoft.com/office/drawing/2014/main" id="{4DDE2BA8-4174-4A99-BB09-0BA28F2685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9" name="Rectangle 38">
              <a:extLst>
                <a:ext uri="{FF2B5EF4-FFF2-40B4-BE49-F238E27FC236}">
                  <a16:creationId xmlns:a16="http://schemas.microsoft.com/office/drawing/2014/main" id="{4A893933-F7DD-4DA6-85C7-4CFF58741E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41" name="Rectangle 40">
            <a:extLst>
              <a:ext uri="{FF2B5EF4-FFF2-40B4-BE49-F238E27FC236}">
                <a16:creationId xmlns:a16="http://schemas.microsoft.com/office/drawing/2014/main" id="{E2366EBA-92FD-44AE-87A9-25E5135EB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692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3" name="Group 42">
            <a:extLst>
              <a:ext uri="{FF2B5EF4-FFF2-40B4-BE49-F238E27FC236}">
                <a16:creationId xmlns:a16="http://schemas.microsoft.com/office/drawing/2014/main" id="{B437F5FC-01F7-4EB4-81E7-C27D917E95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44" name="Freeform 5">
              <a:extLst>
                <a:ext uri="{FF2B5EF4-FFF2-40B4-BE49-F238E27FC236}">
                  <a16:creationId xmlns:a16="http://schemas.microsoft.com/office/drawing/2014/main" id="{4B0CFF10-4805-4BFA-961B-1F60DAEB9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5" name="Freeform 6">
              <a:extLst>
                <a:ext uri="{FF2B5EF4-FFF2-40B4-BE49-F238E27FC236}">
                  <a16:creationId xmlns:a16="http://schemas.microsoft.com/office/drawing/2014/main" id="{BE054536-C03E-4857-B4AE-D687A58F9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 name="Freeform 7">
              <a:extLst>
                <a:ext uri="{FF2B5EF4-FFF2-40B4-BE49-F238E27FC236}">
                  <a16:creationId xmlns:a16="http://schemas.microsoft.com/office/drawing/2014/main" id="{FE33E51C-23D8-43F5-98C4-A2ED2C4C99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 name="Freeform 8">
              <a:extLst>
                <a:ext uri="{FF2B5EF4-FFF2-40B4-BE49-F238E27FC236}">
                  <a16:creationId xmlns:a16="http://schemas.microsoft.com/office/drawing/2014/main" id="{89E18891-DEB2-4CFD-A907-2868B2A910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 name="Freeform 9">
              <a:extLst>
                <a:ext uri="{FF2B5EF4-FFF2-40B4-BE49-F238E27FC236}">
                  <a16:creationId xmlns:a16="http://schemas.microsoft.com/office/drawing/2014/main" id="{0002C1BB-DB60-4314-A2FC-203E54D94C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 name="Freeform 10">
              <a:extLst>
                <a:ext uri="{FF2B5EF4-FFF2-40B4-BE49-F238E27FC236}">
                  <a16:creationId xmlns:a16="http://schemas.microsoft.com/office/drawing/2014/main" id="{9B75BDFA-6D78-4FB1-9F21-5280855C49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 name="Freeform 11">
              <a:extLst>
                <a:ext uri="{FF2B5EF4-FFF2-40B4-BE49-F238E27FC236}">
                  <a16:creationId xmlns:a16="http://schemas.microsoft.com/office/drawing/2014/main" id="{0B632D6B-A327-41AB-BBCF-9A03AD2AB7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1" name="Freeform 12">
              <a:extLst>
                <a:ext uri="{FF2B5EF4-FFF2-40B4-BE49-F238E27FC236}">
                  <a16:creationId xmlns:a16="http://schemas.microsoft.com/office/drawing/2014/main" id="{F514BBC5-1736-4813-BECB-5A6B6738E5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2" name="Freeform 13">
              <a:extLst>
                <a:ext uri="{FF2B5EF4-FFF2-40B4-BE49-F238E27FC236}">
                  <a16:creationId xmlns:a16="http://schemas.microsoft.com/office/drawing/2014/main" id="{94A2C868-7AEC-4209-BFA3-7185B11D33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3" name="Freeform 14">
              <a:extLst>
                <a:ext uri="{FF2B5EF4-FFF2-40B4-BE49-F238E27FC236}">
                  <a16:creationId xmlns:a16="http://schemas.microsoft.com/office/drawing/2014/main" id="{FF56CB70-2B25-4695-ADC8-6092D0D112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 name="Freeform 15">
              <a:extLst>
                <a:ext uri="{FF2B5EF4-FFF2-40B4-BE49-F238E27FC236}">
                  <a16:creationId xmlns:a16="http://schemas.microsoft.com/office/drawing/2014/main" id="{BA411BEF-2182-4458-B9AF-1634B5C2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5" name="Freeform 16">
              <a:extLst>
                <a:ext uri="{FF2B5EF4-FFF2-40B4-BE49-F238E27FC236}">
                  <a16:creationId xmlns:a16="http://schemas.microsoft.com/office/drawing/2014/main" id="{53F27E63-3F11-4C85-AC72-1EE8508C4C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 name="Freeform 17">
              <a:extLst>
                <a:ext uri="{FF2B5EF4-FFF2-40B4-BE49-F238E27FC236}">
                  <a16:creationId xmlns:a16="http://schemas.microsoft.com/office/drawing/2014/main" id="{68B589BA-F70F-4E0B-94B9-EEB83EDF3F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 name="Freeform 18">
              <a:extLst>
                <a:ext uri="{FF2B5EF4-FFF2-40B4-BE49-F238E27FC236}">
                  <a16:creationId xmlns:a16="http://schemas.microsoft.com/office/drawing/2014/main" id="{9D0B991D-CB0A-415F-8D77-A5565F66F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 name="Freeform 19">
              <a:extLst>
                <a:ext uri="{FF2B5EF4-FFF2-40B4-BE49-F238E27FC236}">
                  <a16:creationId xmlns:a16="http://schemas.microsoft.com/office/drawing/2014/main" id="{701E99DE-74F0-41D1-BBF4-5A57053BB6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 name="Freeform 20">
              <a:extLst>
                <a:ext uri="{FF2B5EF4-FFF2-40B4-BE49-F238E27FC236}">
                  <a16:creationId xmlns:a16="http://schemas.microsoft.com/office/drawing/2014/main" id="{C02EE40A-8F17-4182-9495-9506463B79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 name="Freeform 21">
              <a:extLst>
                <a:ext uri="{FF2B5EF4-FFF2-40B4-BE49-F238E27FC236}">
                  <a16:creationId xmlns:a16="http://schemas.microsoft.com/office/drawing/2014/main" id="{924210CA-0A35-4127-925F-D4084B7DC3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bg1">
                  <a:alpha val="35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1" name="Freeform 22">
              <a:extLst>
                <a:ext uri="{FF2B5EF4-FFF2-40B4-BE49-F238E27FC236}">
                  <a16:creationId xmlns:a16="http://schemas.microsoft.com/office/drawing/2014/main" id="{DC13CEF1-DD2D-474C-B81C-820CEF3D9C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2" name="Freeform 23">
              <a:extLst>
                <a:ext uri="{FF2B5EF4-FFF2-40B4-BE49-F238E27FC236}">
                  <a16:creationId xmlns:a16="http://schemas.microsoft.com/office/drawing/2014/main" id="{F889481A-8038-43E6-8EF1-A5F802CEDF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3" name="Freeform 24">
              <a:extLst>
                <a:ext uri="{FF2B5EF4-FFF2-40B4-BE49-F238E27FC236}">
                  <a16:creationId xmlns:a16="http://schemas.microsoft.com/office/drawing/2014/main" id="{128BD14A-9093-4854-A73A-F666B2ED2D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4" name="Freeform 25">
              <a:extLst>
                <a:ext uri="{FF2B5EF4-FFF2-40B4-BE49-F238E27FC236}">
                  <a16:creationId xmlns:a16="http://schemas.microsoft.com/office/drawing/2014/main" id="{22D884F4-76EC-4371-B903-E79CF191E3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useBgFill="1">
        <p:nvSpPr>
          <p:cNvPr id="66" name="Rectangle 65">
            <a:extLst>
              <a:ext uri="{FF2B5EF4-FFF2-40B4-BE49-F238E27FC236}">
                <a16:creationId xmlns:a16="http://schemas.microsoft.com/office/drawing/2014/main" id="{7C462C46-EFB7-4580-9921-DFC346FCC3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23665" y="0"/>
            <a:ext cx="10268336" cy="68692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73960D1-8A94-1C2C-E1BD-62712B25F1A4}"/>
              </a:ext>
            </a:extLst>
          </p:cNvPr>
          <p:cNvSpPr txBox="1"/>
          <p:nvPr/>
        </p:nvSpPr>
        <p:spPr>
          <a:xfrm>
            <a:off x="2172718" y="558500"/>
            <a:ext cx="6230857" cy="1230570"/>
          </a:xfrm>
          <a:prstGeom prst="rect">
            <a:avLst/>
          </a:prstGeom>
        </p:spPr>
        <p:txBody>
          <a:bodyPr vert="horz" lIns="228600" tIns="228600" rIns="228600" bIns="228600" rtlCol="0" anchor="t">
            <a:normAutofit/>
          </a:bodyPr>
          <a:lstStyle/>
          <a:p>
            <a:pPr defTabSz="914400">
              <a:lnSpc>
                <a:spcPct val="85000"/>
              </a:lnSpc>
              <a:spcBef>
                <a:spcPct val="0"/>
              </a:spcBef>
              <a:spcAft>
                <a:spcPts val="600"/>
              </a:spcAft>
            </a:pPr>
            <a:endParaRPr lang="en-US" sz="3600" b="1" spc="-150" dirty="0">
              <a:solidFill>
                <a:schemeClr val="accent1"/>
              </a:solidFill>
              <a:latin typeface="+mj-lt"/>
              <a:ea typeface="+mj-ea"/>
              <a:cs typeface="+mj-cs"/>
            </a:endParaRPr>
          </a:p>
        </p:txBody>
      </p:sp>
      <p:sp>
        <p:nvSpPr>
          <p:cNvPr id="68" name="Isosceles Triangle 67">
            <a:extLst>
              <a:ext uri="{FF2B5EF4-FFF2-40B4-BE49-F238E27FC236}">
                <a16:creationId xmlns:a16="http://schemas.microsoft.com/office/drawing/2014/main" id="{B8B918B4-AB10-4E3A-916E-A9625586EA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97903" y="954813"/>
            <a:ext cx="300774" cy="25928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8" name="TextBox 7">
            <a:extLst>
              <a:ext uri="{FF2B5EF4-FFF2-40B4-BE49-F238E27FC236}">
                <a16:creationId xmlns:a16="http://schemas.microsoft.com/office/drawing/2014/main" id="{E22EC572-AF8D-62D4-3BFF-34BC0CED27DA}"/>
              </a:ext>
            </a:extLst>
          </p:cNvPr>
          <p:cNvSpPr txBox="1"/>
          <p:nvPr/>
        </p:nvSpPr>
        <p:spPr>
          <a:xfrm>
            <a:off x="2162174" y="840520"/>
            <a:ext cx="9842885" cy="5712505"/>
          </a:xfrm>
          <a:prstGeom prst="rect">
            <a:avLst/>
          </a:prstGeom>
        </p:spPr>
        <p:txBody>
          <a:bodyPr vert="horz" lIns="91440" tIns="45720" rIns="91440" bIns="45720" rtlCol="0" anchor="t">
            <a:normAutofit/>
          </a:bodyPr>
          <a:lstStyle/>
          <a:p>
            <a:pPr defTabSz="914400">
              <a:lnSpc>
                <a:spcPct val="120000"/>
              </a:lnSpc>
              <a:spcAft>
                <a:spcPts val="600"/>
              </a:spcAft>
              <a:buClr>
                <a:schemeClr val="accent1"/>
              </a:buClr>
              <a:buSzPct val="110000"/>
            </a:pPr>
            <a:endParaRPr lang="en-US" sz="2400" dirty="0">
              <a:solidFill>
                <a:srgbClr val="002060"/>
              </a:solidFill>
            </a:endParaRPr>
          </a:p>
          <a:p>
            <a:pPr indent="-228600" defTabSz="914400">
              <a:lnSpc>
                <a:spcPct val="120000"/>
              </a:lnSpc>
              <a:spcAft>
                <a:spcPts val="600"/>
              </a:spcAft>
              <a:buClr>
                <a:schemeClr val="accent1"/>
              </a:buClr>
              <a:buSzPct val="110000"/>
              <a:buFont typeface="Wingdings" panose="05000000000000000000" pitchFamily="2" charset="2"/>
              <a:buChar char="§"/>
            </a:pPr>
            <a:r>
              <a:rPr lang="en-US" sz="2400" dirty="0">
                <a:solidFill>
                  <a:srgbClr val="002060"/>
                </a:solidFill>
              </a:rPr>
              <a:t> </a:t>
            </a:r>
          </a:p>
        </p:txBody>
      </p:sp>
      <p:sp>
        <p:nvSpPr>
          <p:cNvPr id="2" name="TextBox 1">
            <a:extLst>
              <a:ext uri="{FF2B5EF4-FFF2-40B4-BE49-F238E27FC236}">
                <a16:creationId xmlns:a16="http://schemas.microsoft.com/office/drawing/2014/main" id="{7F4721F8-5071-2CDF-AEFE-C1986D0053F5}"/>
              </a:ext>
            </a:extLst>
          </p:cNvPr>
          <p:cNvSpPr txBox="1"/>
          <p:nvPr/>
        </p:nvSpPr>
        <p:spPr>
          <a:xfrm>
            <a:off x="2162173" y="2137640"/>
            <a:ext cx="9739696" cy="769441"/>
          </a:xfrm>
          <a:prstGeom prst="rect">
            <a:avLst/>
          </a:prstGeom>
          <a:noFill/>
        </p:spPr>
        <p:txBody>
          <a:bodyPr wrap="square">
            <a:spAutoFit/>
          </a:bodyPr>
          <a:lstStyle/>
          <a:p>
            <a:r>
              <a:rPr lang="en-US" sz="4400" dirty="0">
                <a:solidFill>
                  <a:srgbClr val="002060"/>
                </a:solidFill>
                <a:highlight>
                  <a:srgbClr val="FFFFFF"/>
                </a:highlight>
                <a:latin typeface="Algerian" panose="04020705040A02060702" pitchFamily="82" charset="0"/>
                <a:cs typeface="Aldhabi" panose="020F0502020204030204" pitchFamily="2" charset="-78"/>
              </a:rPr>
              <a:t>Part - 2 Power BI Visualizations:</a:t>
            </a:r>
          </a:p>
        </p:txBody>
      </p:sp>
    </p:spTree>
    <p:extLst>
      <p:ext uri="{BB962C8B-B14F-4D97-AF65-F5344CB8AC3E}">
        <p14:creationId xmlns:p14="http://schemas.microsoft.com/office/powerpoint/2010/main" val="17872557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BC3F0-A85C-FD43-2A82-39C1E576ECD3}"/>
              </a:ext>
            </a:extLst>
          </p:cNvPr>
          <p:cNvSpPr>
            <a:spLocks noGrp="1"/>
          </p:cNvSpPr>
          <p:nvPr>
            <p:ph type="title"/>
          </p:nvPr>
        </p:nvSpPr>
        <p:spPr>
          <a:xfrm>
            <a:off x="2008710" y="452718"/>
            <a:ext cx="7903714" cy="528010"/>
          </a:xfrm>
        </p:spPr>
        <p:txBody>
          <a:bodyPr>
            <a:normAutofit fontScale="90000"/>
          </a:bodyPr>
          <a:lstStyle/>
          <a:p>
            <a:pPr marL="571500" indent="-571500">
              <a:buFont typeface="Arial" panose="020B0604020202020204" pitchFamily="34" charset="0"/>
              <a:buChar char="•"/>
            </a:pPr>
            <a:r>
              <a:rPr lang="en-US" sz="1600" dirty="0"/>
              <a:t>Visualize the segmentation of products based on Marketing Status</a:t>
            </a:r>
            <a:endParaRPr lang="en-IN" sz="1600" dirty="0"/>
          </a:p>
        </p:txBody>
      </p:sp>
      <p:pic>
        <p:nvPicPr>
          <p:cNvPr id="5" name="Picture 4">
            <a:extLst>
              <a:ext uri="{FF2B5EF4-FFF2-40B4-BE49-F238E27FC236}">
                <a16:creationId xmlns:a16="http://schemas.microsoft.com/office/drawing/2014/main" id="{32DBADC0-B871-117D-2141-781571094DB1}"/>
              </a:ext>
            </a:extLst>
          </p:cNvPr>
          <p:cNvPicPr>
            <a:picLocks noChangeAspect="1"/>
          </p:cNvPicPr>
          <p:nvPr/>
        </p:nvPicPr>
        <p:blipFill>
          <a:blip r:embed="rId2"/>
          <a:stretch>
            <a:fillRect/>
          </a:stretch>
        </p:blipFill>
        <p:spPr>
          <a:xfrm>
            <a:off x="413658" y="1421652"/>
            <a:ext cx="11321142" cy="5112499"/>
          </a:xfrm>
          <a:prstGeom prst="rect">
            <a:avLst/>
          </a:prstGeom>
        </p:spPr>
      </p:pic>
      <p:sp>
        <p:nvSpPr>
          <p:cNvPr id="3" name="TextBox 2">
            <a:extLst>
              <a:ext uri="{FF2B5EF4-FFF2-40B4-BE49-F238E27FC236}">
                <a16:creationId xmlns:a16="http://schemas.microsoft.com/office/drawing/2014/main" id="{759D543D-D6CF-0115-A55A-A6347684414F}"/>
              </a:ext>
            </a:extLst>
          </p:cNvPr>
          <p:cNvSpPr txBox="1"/>
          <p:nvPr/>
        </p:nvSpPr>
        <p:spPr>
          <a:xfrm>
            <a:off x="1113759" y="236763"/>
            <a:ext cx="9069531" cy="1056962"/>
          </a:xfrm>
          <a:prstGeom prst="rect">
            <a:avLst/>
          </a:prstGeom>
        </p:spPr>
        <p:txBody>
          <a:bodyPr vert="horz" lIns="91440" tIns="45720" rIns="91440" bIns="45720" rtlCol="0" anchor="t">
            <a:normAutofit/>
          </a:bodyPr>
          <a:lstStyle/>
          <a:p>
            <a:pPr indent="-228600" defTabSz="914400">
              <a:lnSpc>
                <a:spcPct val="120000"/>
              </a:lnSpc>
              <a:spcAft>
                <a:spcPts val="600"/>
              </a:spcAft>
              <a:buClr>
                <a:schemeClr val="accent1"/>
              </a:buClr>
              <a:buSzPct val="110000"/>
              <a:buFont typeface="Wingdings" panose="05000000000000000000" pitchFamily="2" charset="2"/>
              <a:buChar char="§"/>
            </a:pPr>
            <a:r>
              <a:rPr lang="en-US" sz="2400" dirty="0">
                <a:solidFill>
                  <a:srgbClr val="002060"/>
                </a:solidFill>
              </a:rPr>
              <a:t>Visualize the yearly approval trends of drugs. Highlight any significant patterns and/or fluctuations, if any.</a:t>
            </a:r>
          </a:p>
        </p:txBody>
      </p:sp>
    </p:spTree>
    <p:extLst>
      <p:ext uri="{BB962C8B-B14F-4D97-AF65-F5344CB8AC3E}">
        <p14:creationId xmlns:p14="http://schemas.microsoft.com/office/powerpoint/2010/main" val="4829399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E5916-C354-6D31-4895-3B8288F839F5}"/>
              </a:ext>
            </a:extLst>
          </p:cNvPr>
          <p:cNvSpPr>
            <a:spLocks noGrp="1"/>
          </p:cNvSpPr>
          <p:nvPr>
            <p:ph type="title"/>
          </p:nvPr>
        </p:nvSpPr>
        <p:spPr>
          <a:xfrm>
            <a:off x="2008710" y="452718"/>
            <a:ext cx="7255642" cy="960058"/>
          </a:xfrm>
        </p:spPr>
        <p:txBody>
          <a:bodyPr/>
          <a:lstStyle/>
          <a:p>
            <a:pPr marL="571500" indent="-571500">
              <a:buFont typeface="Arial" panose="020B0604020202020204" pitchFamily="34" charset="0"/>
              <a:buChar char="•"/>
            </a:pPr>
            <a:r>
              <a:rPr lang="en-US" sz="1600" dirty="0"/>
              <a:t>Explore approval trends over the years based on different sponsors. Uncover patterns and changes in approval rates among sponsors</a:t>
            </a:r>
            <a:endParaRPr lang="en-IN" sz="1600" dirty="0"/>
          </a:p>
        </p:txBody>
      </p:sp>
      <p:pic>
        <p:nvPicPr>
          <p:cNvPr id="5" name="Picture 4">
            <a:extLst>
              <a:ext uri="{FF2B5EF4-FFF2-40B4-BE49-F238E27FC236}">
                <a16:creationId xmlns:a16="http://schemas.microsoft.com/office/drawing/2014/main" id="{B3FDF955-FAF8-458B-F52C-19F9E2CAFE88}"/>
              </a:ext>
            </a:extLst>
          </p:cNvPr>
          <p:cNvPicPr>
            <a:picLocks noChangeAspect="1"/>
          </p:cNvPicPr>
          <p:nvPr/>
        </p:nvPicPr>
        <p:blipFill>
          <a:blip r:embed="rId2"/>
          <a:stretch>
            <a:fillRect/>
          </a:stretch>
        </p:blipFill>
        <p:spPr>
          <a:xfrm>
            <a:off x="474474" y="1219200"/>
            <a:ext cx="11243052" cy="5526519"/>
          </a:xfrm>
          <a:prstGeom prst="rect">
            <a:avLst/>
          </a:prstGeom>
        </p:spPr>
      </p:pic>
      <p:sp>
        <p:nvSpPr>
          <p:cNvPr id="6" name="TextBox 5">
            <a:extLst>
              <a:ext uri="{FF2B5EF4-FFF2-40B4-BE49-F238E27FC236}">
                <a16:creationId xmlns:a16="http://schemas.microsoft.com/office/drawing/2014/main" id="{C50A105C-2A77-BE59-6A1D-BA079443E69B}"/>
              </a:ext>
            </a:extLst>
          </p:cNvPr>
          <p:cNvSpPr txBox="1"/>
          <p:nvPr/>
        </p:nvSpPr>
        <p:spPr>
          <a:xfrm>
            <a:off x="474474" y="162238"/>
            <a:ext cx="10890212" cy="958991"/>
          </a:xfrm>
          <a:prstGeom prst="rect">
            <a:avLst/>
          </a:prstGeom>
        </p:spPr>
        <p:txBody>
          <a:bodyPr vert="horz" lIns="91440" tIns="45720" rIns="91440" bIns="45720" rtlCol="0" anchor="t">
            <a:normAutofit/>
          </a:bodyPr>
          <a:lstStyle/>
          <a:p>
            <a:pPr indent="-228600" defTabSz="914400">
              <a:lnSpc>
                <a:spcPct val="120000"/>
              </a:lnSpc>
              <a:spcAft>
                <a:spcPts val="600"/>
              </a:spcAft>
              <a:buClr>
                <a:schemeClr val="accent1"/>
              </a:buClr>
              <a:buSzPct val="110000"/>
              <a:buFont typeface="Wingdings" panose="05000000000000000000" pitchFamily="2" charset="2"/>
              <a:buChar char="§"/>
            </a:pPr>
            <a:r>
              <a:rPr lang="en-US" sz="2400" dirty="0">
                <a:solidFill>
                  <a:srgbClr val="002060"/>
                </a:solidFill>
              </a:rPr>
              <a:t>Explore approval trends over the years based on different sponsors. Uncover patterns and changes in approval rates among sponsors.</a:t>
            </a:r>
          </a:p>
        </p:txBody>
      </p:sp>
    </p:spTree>
    <p:extLst>
      <p:ext uri="{BB962C8B-B14F-4D97-AF65-F5344CB8AC3E}">
        <p14:creationId xmlns:p14="http://schemas.microsoft.com/office/powerpoint/2010/main" val="7678533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BC3F0-A85C-FD43-2A82-39C1E576ECD3}"/>
              </a:ext>
            </a:extLst>
          </p:cNvPr>
          <p:cNvSpPr>
            <a:spLocks noGrp="1"/>
          </p:cNvSpPr>
          <p:nvPr>
            <p:ph type="title"/>
          </p:nvPr>
        </p:nvSpPr>
        <p:spPr>
          <a:xfrm>
            <a:off x="2008710" y="452718"/>
            <a:ext cx="7903714" cy="528010"/>
          </a:xfrm>
        </p:spPr>
        <p:txBody>
          <a:bodyPr>
            <a:normAutofit fontScale="90000"/>
          </a:bodyPr>
          <a:lstStyle/>
          <a:p>
            <a:pPr marL="571500" indent="-571500">
              <a:buFont typeface="Arial" panose="020B0604020202020204" pitchFamily="34" charset="0"/>
              <a:buChar char="•"/>
            </a:pPr>
            <a:r>
              <a:rPr lang="en-US" sz="1600" dirty="0"/>
              <a:t>Visualize the segmentation of products based on Marketing Status</a:t>
            </a:r>
            <a:endParaRPr lang="en-IN" sz="1600" dirty="0"/>
          </a:p>
        </p:txBody>
      </p:sp>
      <p:sp>
        <p:nvSpPr>
          <p:cNvPr id="12" name="TextBox 11">
            <a:extLst>
              <a:ext uri="{FF2B5EF4-FFF2-40B4-BE49-F238E27FC236}">
                <a16:creationId xmlns:a16="http://schemas.microsoft.com/office/drawing/2014/main" id="{180A60F1-8764-0D25-40EE-2D0692BF3C7D}"/>
              </a:ext>
            </a:extLst>
          </p:cNvPr>
          <p:cNvSpPr txBox="1"/>
          <p:nvPr/>
        </p:nvSpPr>
        <p:spPr>
          <a:xfrm>
            <a:off x="630906" y="120961"/>
            <a:ext cx="9732294" cy="477621"/>
          </a:xfrm>
          <a:prstGeom prst="rect">
            <a:avLst/>
          </a:prstGeom>
          <a:noFill/>
        </p:spPr>
        <p:txBody>
          <a:bodyPr wrap="square" rtlCol="0">
            <a:spAutoFit/>
          </a:bodyPr>
          <a:lstStyle/>
          <a:p>
            <a:r>
              <a:rPr lang="en-US" sz="2400" dirty="0">
                <a:solidFill>
                  <a:srgbClr val="002060"/>
                </a:solidFill>
              </a:rPr>
              <a:t>Visualized</a:t>
            </a:r>
            <a:r>
              <a:rPr lang="en-US" dirty="0"/>
              <a:t> </a:t>
            </a:r>
            <a:r>
              <a:rPr lang="en-US" sz="2400" dirty="0">
                <a:solidFill>
                  <a:srgbClr val="002060"/>
                </a:solidFill>
              </a:rPr>
              <a:t>the</a:t>
            </a:r>
            <a:r>
              <a:rPr lang="en-US" dirty="0"/>
              <a:t> </a:t>
            </a:r>
            <a:r>
              <a:rPr lang="en-US" sz="2400" dirty="0">
                <a:solidFill>
                  <a:srgbClr val="002060"/>
                </a:solidFill>
              </a:rPr>
              <a:t>segmentation</a:t>
            </a:r>
            <a:r>
              <a:rPr lang="en-US" dirty="0"/>
              <a:t> </a:t>
            </a:r>
            <a:r>
              <a:rPr lang="en-US" sz="2400" dirty="0">
                <a:solidFill>
                  <a:srgbClr val="002060"/>
                </a:solidFill>
              </a:rPr>
              <a:t>of products based on Marketing Status</a:t>
            </a:r>
            <a:r>
              <a:rPr lang="en-US" dirty="0"/>
              <a:t>.</a:t>
            </a:r>
            <a:endParaRPr lang="en-IN" dirty="0"/>
          </a:p>
        </p:txBody>
      </p:sp>
      <p:pic>
        <p:nvPicPr>
          <p:cNvPr id="4" name="Picture 3">
            <a:extLst>
              <a:ext uri="{FF2B5EF4-FFF2-40B4-BE49-F238E27FC236}">
                <a16:creationId xmlns:a16="http://schemas.microsoft.com/office/drawing/2014/main" id="{34C73E0A-BDED-F4B3-FB45-78FC300DB3EE}"/>
              </a:ext>
            </a:extLst>
          </p:cNvPr>
          <p:cNvPicPr>
            <a:picLocks noChangeAspect="1"/>
          </p:cNvPicPr>
          <p:nvPr/>
        </p:nvPicPr>
        <p:blipFill>
          <a:blip r:embed="rId2"/>
          <a:stretch>
            <a:fillRect/>
          </a:stretch>
        </p:blipFill>
        <p:spPr>
          <a:xfrm>
            <a:off x="365398" y="814752"/>
            <a:ext cx="10820224" cy="5922287"/>
          </a:xfrm>
          <a:prstGeom prst="rect">
            <a:avLst/>
          </a:prstGeom>
        </p:spPr>
      </p:pic>
    </p:spTree>
    <p:extLst>
      <p:ext uri="{BB962C8B-B14F-4D97-AF65-F5344CB8AC3E}">
        <p14:creationId xmlns:p14="http://schemas.microsoft.com/office/powerpoint/2010/main" val="1059859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9A69F59-AD7D-7BD9-5BE3-078C5C8E3DBA}"/>
              </a:ext>
            </a:extLst>
          </p:cNvPr>
          <p:cNvPicPr>
            <a:picLocks noChangeAspect="1"/>
          </p:cNvPicPr>
          <p:nvPr/>
        </p:nvPicPr>
        <p:blipFill>
          <a:blip r:embed="rId2"/>
          <a:stretch>
            <a:fillRect/>
          </a:stretch>
        </p:blipFill>
        <p:spPr>
          <a:xfrm>
            <a:off x="768138" y="1023830"/>
            <a:ext cx="9540634" cy="5646303"/>
          </a:xfrm>
          <a:prstGeom prst="rect">
            <a:avLst/>
          </a:prstGeom>
        </p:spPr>
      </p:pic>
      <p:sp>
        <p:nvSpPr>
          <p:cNvPr id="8" name="TextBox 7">
            <a:extLst>
              <a:ext uri="{FF2B5EF4-FFF2-40B4-BE49-F238E27FC236}">
                <a16:creationId xmlns:a16="http://schemas.microsoft.com/office/drawing/2014/main" id="{D64E0798-29C1-F32B-2B1C-0B0965F58821}"/>
              </a:ext>
            </a:extLst>
          </p:cNvPr>
          <p:cNvSpPr txBox="1"/>
          <p:nvPr/>
        </p:nvSpPr>
        <p:spPr>
          <a:xfrm>
            <a:off x="630905" y="120963"/>
            <a:ext cx="11147437" cy="830997"/>
          </a:xfrm>
          <a:prstGeom prst="rect">
            <a:avLst/>
          </a:prstGeom>
          <a:noFill/>
        </p:spPr>
        <p:txBody>
          <a:bodyPr wrap="square" rtlCol="0">
            <a:spAutoFit/>
          </a:bodyPr>
          <a:lstStyle/>
          <a:p>
            <a:r>
              <a:rPr lang="en-US" sz="2400" dirty="0">
                <a:solidFill>
                  <a:srgbClr val="002060"/>
                </a:solidFill>
              </a:rPr>
              <a:t>Show the total number of applications for each Marketing Status. Enable users to filter by years and Marketing Status for detailed analysis.</a:t>
            </a:r>
          </a:p>
        </p:txBody>
      </p:sp>
    </p:spTree>
    <p:extLst>
      <p:ext uri="{BB962C8B-B14F-4D97-AF65-F5344CB8AC3E}">
        <p14:creationId xmlns:p14="http://schemas.microsoft.com/office/powerpoint/2010/main" val="35138466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D64E0798-29C1-F32B-2B1C-0B0965F58821}"/>
              </a:ext>
            </a:extLst>
          </p:cNvPr>
          <p:cNvSpPr txBox="1"/>
          <p:nvPr/>
        </p:nvSpPr>
        <p:spPr>
          <a:xfrm>
            <a:off x="630905" y="120963"/>
            <a:ext cx="11147437" cy="830997"/>
          </a:xfrm>
          <a:prstGeom prst="rect">
            <a:avLst/>
          </a:prstGeom>
          <a:noFill/>
        </p:spPr>
        <p:txBody>
          <a:bodyPr wrap="square" rtlCol="0">
            <a:spAutoFit/>
          </a:bodyPr>
          <a:lstStyle/>
          <a:p>
            <a:r>
              <a:rPr lang="en-US" sz="2400" dirty="0">
                <a:solidFill>
                  <a:srgbClr val="002060"/>
                </a:solidFill>
              </a:rPr>
              <a:t>Analyze the grouping of drugs by dosage form. Visualize the distribution of approvals across different forms. Identify the most successful dosage form</a:t>
            </a:r>
          </a:p>
        </p:txBody>
      </p:sp>
      <p:pic>
        <p:nvPicPr>
          <p:cNvPr id="3" name="Picture 2">
            <a:extLst>
              <a:ext uri="{FF2B5EF4-FFF2-40B4-BE49-F238E27FC236}">
                <a16:creationId xmlns:a16="http://schemas.microsoft.com/office/drawing/2014/main" id="{FA0E6A99-4895-CC18-873F-31D2F50EE440}"/>
              </a:ext>
            </a:extLst>
          </p:cNvPr>
          <p:cNvPicPr>
            <a:picLocks noChangeAspect="1"/>
          </p:cNvPicPr>
          <p:nvPr/>
        </p:nvPicPr>
        <p:blipFill>
          <a:blip r:embed="rId2"/>
          <a:stretch>
            <a:fillRect/>
          </a:stretch>
        </p:blipFill>
        <p:spPr>
          <a:xfrm>
            <a:off x="412631" y="1716937"/>
            <a:ext cx="4944165" cy="4077269"/>
          </a:xfrm>
          <a:prstGeom prst="rect">
            <a:avLst/>
          </a:prstGeom>
        </p:spPr>
      </p:pic>
      <p:pic>
        <p:nvPicPr>
          <p:cNvPr id="9" name="Picture 8">
            <a:extLst>
              <a:ext uri="{FF2B5EF4-FFF2-40B4-BE49-F238E27FC236}">
                <a16:creationId xmlns:a16="http://schemas.microsoft.com/office/drawing/2014/main" id="{898E7308-D605-8C78-BC5D-C8CA1A673310}"/>
              </a:ext>
            </a:extLst>
          </p:cNvPr>
          <p:cNvPicPr>
            <a:picLocks noChangeAspect="1"/>
          </p:cNvPicPr>
          <p:nvPr/>
        </p:nvPicPr>
        <p:blipFill>
          <a:blip r:embed="rId3"/>
          <a:stretch>
            <a:fillRect/>
          </a:stretch>
        </p:blipFill>
        <p:spPr>
          <a:xfrm>
            <a:off x="6582819" y="1716937"/>
            <a:ext cx="4534533" cy="3953427"/>
          </a:xfrm>
          <a:prstGeom prst="rect">
            <a:avLst/>
          </a:prstGeom>
        </p:spPr>
      </p:pic>
    </p:spTree>
    <p:extLst>
      <p:ext uri="{BB962C8B-B14F-4D97-AF65-F5344CB8AC3E}">
        <p14:creationId xmlns:p14="http://schemas.microsoft.com/office/powerpoint/2010/main" val="37289712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E4D7C-D75F-F487-A0AC-2E8F2ECAA7F8}"/>
              </a:ext>
            </a:extLst>
          </p:cNvPr>
          <p:cNvSpPr>
            <a:spLocks noGrp="1"/>
          </p:cNvSpPr>
          <p:nvPr>
            <p:ph type="title"/>
          </p:nvPr>
        </p:nvSpPr>
        <p:spPr>
          <a:xfrm>
            <a:off x="2008710" y="452718"/>
            <a:ext cx="7055380" cy="744034"/>
          </a:xfrm>
        </p:spPr>
        <p:txBody>
          <a:bodyPr>
            <a:normAutofit fontScale="90000"/>
          </a:bodyPr>
          <a:lstStyle/>
          <a:p>
            <a:pPr marL="571500" indent="-571500">
              <a:buFont typeface="Arial" panose="020B0604020202020204" pitchFamily="34" charset="0"/>
              <a:buChar char="•"/>
            </a:pPr>
            <a:r>
              <a:rPr lang="en-US" sz="1600" dirty="0"/>
              <a:t>Visualize drug approvals based on therapeutic classes. Identify classes with the highest number of approvals. </a:t>
            </a:r>
            <a:endParaRPr lang="en-IN" sz="1600" dirty="0"/>
          </a:p>
        </p:txBody>
      </p:sp>
      <p:pic>
        <p:nvPicPr>
          <p:cNvPr id="5" name="Picture 4">
            <a:extLst>
              <a:ext uri="{FF2B5EF4-FFF2-40B4-BE49-F238E27FC236}">
                <a16:creationId xmlns:a16="http://schemas.microsoft.com/office/drawing/2014/main" id="{642DA6E4-F95F-BBB5-6A4E-037438CA3ACC}"/>
              </a:ext>
            </a:extLst>
          </p:cNvPr>
          <p:cNvPicPr>
            <a:picLocks noChangeAspect="1"/>
          </p:cNvPicPr>
          <p:nvPr/>
        </p:nvPicPr>
        <p:blipFill>
          <a:blip r:embed="rId2"/>
          <a:stretch>
            <a:fillRect/>
          </a:stretch>
        </p:blipFill>
        <p:spPr>
          <a:xfrm>
            <a:off x="435525" y="136368"/>
            <a:ext cx="6944989" cy="2975086"/>
          </a:xfrm>
          <a:prstGeom prst="rect">
            <a:avLst/>
          </a:prstGeom>
        </p:spPr>
      </p:pic>
      <p:pic>
        <p:nvPicPr>
          <p:cNvPr id="12" name="Picture 11">
            <a:extLst>
              <a:ext uri="{FF2B5EF4-FFF2-40B4-BE49-F238E27FC236}">
                <a16:creationId xmlns:a16="http://schemas.microsoft.com/office/drawing/2014/main" id="{4201C7DC-2BB7-23B9-FB5F-20B63CBCA550}"/>
              </a:ext>
            </a:extLst>
          </p:cNvPr>
          <p:cNvPicPr>
            <a:picLocks noChangeAspect="1"/>
          </p:cNvPicPr>
          <p:nvPr/>
        </p:nvPicPr>
        <p:blipFill>
          <a:blip r:embed="rId3"/>
          <a:stretch>
            <a:fillRect/>
          </a:stretch>
        </p:blipFill>
        <p:spPr>
          <a:xfrm>
            <a:off x="6363640" y="3628574"/>
            <a:ext cx="5606779" cy="2696026"/>
          </a:xfrm>
          <a:prstGeom prst="rect">
            <a:avLst/>
          </a:prstGeom>
        </p:spPr>
      </p:pic>
      <p:pic>
        <p:nvPicPr>
          <p:cNvPr id="14" name="Picture 13">
            <a:extLst>
              <a:ext uri="{FF2B5EF4-FFF2-40B4-BE49-F238E27FC236}">
                <a16:creationId xmlns:a16="http://schemas.microsoft.com/office/drawing/2014/main" id="{AE762E1F-46D4-2929-0FFB-65A8ADD7B9CB}"/>
              </a:ext>
            </a:extLst>
          </p:cNvPr>
          <p:cNvPicPr>
            <a:picLocks noChangeAspect="1"/>
          </p:cNvPicPr>
          <p:nvPr/>
        </p:nvPicPr>
        <p:blipFill>
          <a:blip r:embed="rId4"/>
          <a:stretch>
            <a:fillRect/>
          </a:stretch>
        </p:blipFill>
        <p:spPr>
          <a:xfrm>
            <a:off x="696945" y="3427803"/>
            <a:ext cx="5131417" cy="2975087"/>
          </a:xfrm>
          <a:prstGeom prst="rect">
            <a:avLst/>
          </a:prstGeom>
        </p:spPr>
      </p:pic>
      <p:sp>
        <p:nvSpPr>
          <p:cNvPr id="15" name="TextBox 14">
            <a:extLst>
              <a:ext uri="{FF2B5EF4-FFF2-40B4-BE49-F238E27FC236}">
                <a16:creationId xmlns:a16="http://schemas.microsoft.com/office/drawing/2014/main" id="{11B760E6-3A26-FB1E-AA0D-84FE1708B7B0}"/>
              </a:ext>
            </a:extLst>
          </p:cNvPr>
          <p:cNvSpPr txBox="1"/>
          <p:nvPr/>
        </p:nvSpPr>
        <p:spPr>
          <a:xfrm>
            <a:off x="7859486" y="452718"/>
            <a:ext cx="3483429" cy="2308324"/>
          </a:xfrm>
          <a:prstGeom prst="rect">
            <a:avLst/>
          </a:prstGeom>
          <a:noFill/>
        </p:spPr>
        <p:txBody>
          <a:bodyPr wrap="square" rtlCol="0">
            <a:spAutoFit/>
          </a:bodyPr>
          <a:lstStyle/>
          <a:p>
            <a:r>
              <a:rPr lang="en-US" sz="2400" dirty="0">
                <a:solidFill>
                  <a:srgbClr val="002060"/>
                </a:solidFill>
              </a:rPr>
              <a:t>Visualized drug approvals based on therapeutic classes. Identify classes with the highest number of approvals.</a:t>
            </a:r>
          </a:p>
        </p:txBody>
      </p:sp>
    </p:spTree>
    <p:extLst>
      <p:ext uri="{BB962C8B-B14F-4D97-AF65-F5344CB8AC3E}">
        <p14:creationId xmlns:p14="http://schemas.microsoft.com/office/powerpoint/2010/main" val="32374194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15E1AC81-83F2-45A8-9054-15570F4E25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4" name="Freeform 5">
              <a:extLst>
                <a:ext uri="{FF2B5EF4-FFF2-40B4-BE49-F238E27FC236}">
                  <a16:creationId xmlns:a16="http://schemas.microsoft.com/office/drawing/2014/main" id="{B15AA7C5-9BFE-4B90-A119-467AFACE9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 name="Freeform 6">
              <a:extLst>
                <a:ext uri="{FF2B5EF4-FFF2-40B4-BE49-F238E27FC236}">
                  <a16:creationId xmlns:a16="http://schemas.microsoft.com/office/drawing/2014/main" id="{944AB87D-35AF-4719-9940-5822E77023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 name="Freeform 7">
              <a:extLst>
                <a:ext uri="{FF2B5EF4-FFF2-40B4-BE49-F238E27FC236}">
                  <a16:creationId xmlns:a16="http://schemas.microsoft.com/office/drawing/2014/main" id="{E8B33BE3-7890-4628-9322-7EFBA3375B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 name="Freeform 8">
              <a:extLst>
                <a:ext uri="{FF2B5EF4-FFF2-40B4-BE49-F238E27FC236}">
                  <a16:creationId xmlns:a16="http://schemas.microsoft.com/office/drawing/2014/main" id="{01AD3ECF-519E-45E2-99DA-F5C1B50715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8" name="Freeform 9">
              <a:extLst>
                <a:ext uri="{FF2B5EF4-FFF2-40B4-BE49-F238E27FC236}">
                  <a16:creationId xmlns:a16="http://schemas.microsoft.com/office/drawing/2014/main" id="{C050E700-0FF1-4D25-B54C-84BA04FCDC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 name="Freeform 10">
              <a:extLst>
                <a:ext uri="{FF2B5EF4-FFF2-40B4-BE49-F238E27FC236}">
                  <a16:creationId xmlns:a16="http://schemas.microsoft.com/office/drawing/2014/main" id="{720D9C11-F5C9-41B0-B2F2-EE20BC3D0C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 name="Freeform 11">
              <a:extLst>
                <a:ext uri="{FF2B5EF4-FFF2-40B4-BE49-F238E27FC236}">
                  <a16:creationId xmlns:a16="http://schemas.microsoft.com/office/drawing/2014/main" id="{623A9DA0-857E-4CDE-80EA-F30F1CE55C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1" name="Freeform 12">
              <a:extLst>
                <a:ext uri="{FF2B5EF4-FFF2-40B4-BE49-F238E27FC236}">
                  <a16:creationId xmlns:a16="http://schemas.microsoft.com/office/drawing/2014/main" id="{C48B8F4C-2C83-46F6-AFCD-58166AEB18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 name="Freeform 13">
              <a:extLst>
                <a:ext uri="{FF2B5EF4-FFF2-40B4-BE49-F238E27FC236}">
                  <a16:creationId xmlns:a16="http://schemas.microsoft.com/office/drawing/2014/main" id="{234C3795-C44D-41A7-A8F6-891387A668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3" name="Freeform 14">
              <a:extLst>
                <a:ext uri="{FF2B5EF4-FFF2-40B4-BE49-F238E27FC236}">
                  <a16:creationId xmlns:a16="http://schemas.microsoft.com/office/drawing/2014/main" id="{91CC36F4-5DFA-4954-B354-97B180E98F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4" name="Freeform 15">
              <a:extLst>
                <a:ext uri="{FF2B5EF4-FFF2-40B4-BE49-F238E27FC236}">
                  <a16:creationId xmlns:a16="http://schemas.microsoft.com/office/drawing/2014/main" id="{7087A08E-C024-457D-8F99-1F340CED61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 name="Freeform 16">
              <a:extLst>
                <a:ext uri="{FF2B5EF4-FFF2-40B4-BE49-F238E27FC236}">
                  <a16:creationId xmlns:a16="http://schemas.microsoft.com/office/drawing/2014/main" id="{61CFBC61-7F57-45D7-860E-BF51B0EDA5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 name="Freeform 17">
              <a:extLst>
                <a:ext uri="{FF2B5EF4-FFF2-40B4-BE49-F238E27FC236}">
                  <a16:creationId xmlns:a16="http://schemas.microsoft.com/office/drawing/2014/main" id="{2591C3DB-4880-431E-BC3D-37F1378AC5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 name="Freeform 18">
              <a:extLst>
                <a:ext uri="{FF2B5EF4-FFF2-40B4-BE49-F238E27FC236}">
                  <a16:creationId xmlns:a16="http://schemas.microsoft.com/office/drawing/2014/main" id="{79557EFE-4199-4E24-8A13-1B9CC1715A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 name="Freeform 19">
              <a:extLst>
                <a:ext uri="{FF2B5EF4-FFF2-40B4-BE49-F238E27FC236}">
                  <a16:creationId xmlns:a16="http://schemas.microsoft.com/office/drawing/2014/main" id="{0B965615-6052-4907-A136-9CAD14604C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 name="Freeform 20">
              <a:extLst>
                <a:ext uri="{FF2B5EF4-FFF2-40B4-BE49-F238E27FC236}">
                  <a16:creationId xmlns:a16="http://schemas.microsoft.com/office/drawing/2014/main" id="{F788FFC4-205D-47C1-91E7-DD1A52E0AF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0" name="Freeform 21">
              <a:extLst>
                <a:ext uri="{FF2B5EF4-FFF2-40B4-BE49-F238E27FC236}">
                  <a16:creationId xmlns:a16="http://schemas.microsoft.com/office/drawing/2014/main" id="{462FADD6-C927-46ED-A6E6-273B35C2F1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1" name="Freeform 22">
              <a:extLst>
                <a:ext uri="{FF2B5EF4-FFF2-40B4-BE49-F238E27FC236}">
                  <a16:creationId xmlns:a16="http://schemas.microsoft.com/office/drawing/2014/main" id="{AF64005E-134D-4444-9425-FB1C188985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2" name="Freeform 23">
              <a:extLst>
                <a:ext uri="{FF2B5EF4-FFF2-40B4-BE49-F238E27FC236}">
                  <a16:creationId xmlns:a16="http://schemas.microsoft.com/office/drawing/2014/main" id="{E2565CA7-A8CB-463D-8D25-4F41235BC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3" name="Freeform 24">
              <a:extLst>
                <a:ext uri="{FF2B5EF4-FFF2-40B4-BE49-F238E27FC236}">
                  <a16:creationId xmlns:a16="http://schemas.microsoft.com/office/drawing/2014/main" id="{41ABBFC0-4EEA-4634-A73B-945729D6BA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4" name="Freeform 25">
              <a:extLst>
                <a:ext uri="{FF2B5EF4-FFF2-40B4-BE49-F238E27FC236}">
                  <a16:creationId xmlns:a16="http://schemas.microsoft.com/office/drawing/2014/main" id="{E422F11F-726A-4A93-9D1B-B1400B0611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36" name="Group 35">
            <a:extLst>
              <a:ext uri="{FF2B5EF4-FFF2-40B4-BE49-F238E27FC236}">
                <a16:creationId xmlns:a16="http://schemas.microsoft.com/office/drawing/2014/main" id="{FBF129BC-EA9E-4D20-898B-399F7727DFB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37" name="Rectangle 36">
              <a:extLst>
                <a:ext uri="{FF2B5EF4-FFF2-40B4-BE49-F238E27FC236}">
                  <a16:creationId xmlns:a16="http://schemas.microsoft.com/office/drawing/2014/main" id="{CFF42BAE-3249-46C8-9108-A83C87206B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38" name="Isosceles Triangle 22">
              <a:extLst>
                <a:ext uri="{FF2B5EF4-FFF2-40B4-BE49-F238E27FC236}">
                  <a16:creationId xmlns:a16="http://schemas.microsoft.com/office/drawing/2014/main" id="{4DDE2BA8-4174-4A99-BB09-0BA28F2685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9" name="Rectangle 38">
              <a:extLst>
                <a:ext uri="{FF2B5EF4-FFF2-40B4-BE49-F238E27FC236}">
                  <a16:creationId xmlns:a16="http://schemas.microsoft.com/office/drawing/2014/main" id="{4A893933-F7DD-4DA6-85C7-4CFF58741E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41" name="Rectangle 40">
            <a:extLst>
              <a:ext uri="{FF2B5EF4-FFF2-40B4-BE49-F238E27FC236}">
                <a16:creationId xmlns:a16="http://schemas.microsoft.com/office/drawing/2014/main" id="{E2366EBA-92FD-44AE-87A9-25E5135EB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692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3" name="Group 42">
            <a:extLst>
              <a:ext uri="{FF2B5EF4-FFF2-40B4-BE49-F238E27FC236}">
                <a16:creationId xmlns:a16="http://schemas.microsoft.com/office/drawing/2014/main" id="{B437F5FC-01F7-4EB4-81E7-C27D917E95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44" name="Freeform 5">
              <a:extLst>
                <a:ext uri="{FF2B5EF4-FFF2-40B4-BE49-F238E27FC236}">
                  <a16:creationId xmlns:a16="http://schemas.microsoft.com/office/drawing/2014/main" id="{4B0CFF10-4805-4BFA-961B-1F60DAEB9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5" name="Freeform 6">
              <a:extLst>
                <a:ext uri="{FF2B5EF4-FFF2-40B4-BE49-F238E27FC236}">
                  <a16:creationId xmlns:a16="http://schemas.microsoft.com/office/drawing/2014/main" id="{BE054536-C03E-4857-B4AE-D687A58F9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 name="Freeform 7">
              <a:extLst>
                <a:ext uri="{FF2B5EF4-FFF2-40B4-BE49-F238E27FC236}">
                  <a16:creationId xmlns:a16="http://schemas.microsoft.com/office/drawing/2014/main" id="{FE33E51C-23D8-43F5-98C4-A2ED2C4C99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 name="Freeform 8">
              <a:extLst>
                <a:ext uri="{FF2B5EF4-FFF2-40B4-BE49-F238E27FC236}">
                  <a16:creationId xmlns:a16="http://schemas.microsoft.com/office/drawing/2014/main" id="{89E18891-DEB2-4CFD-A907-2868B2A910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 name="Freeform 9">
              <a:extLst>
                <a:ext uri="{FF2B5EF4-FFF2-40B4-BE49-F238E27FC236}">
                  <a16:creationId xmlns:a16="http://schemas.microsoft.com/office/drawing/2014/main" id="{0002C1BB-DB60-4314-A2FC-203E54D94C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 name="Freeform 10">
              <a:extLst>
                <a:ext uri="{FF2B5EF4-FFF2-40B4-BE49-F238E27FC236}">
                  <a16:creationId xmlns:a16="http://schemas.microsoft.com/office/drawing/2014/main" id="{9B75BDFA-6D78-4FB1-9F21-5280855C49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bg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 name="Freeform 11">
              <a:extLst>
                <a:ext uri="{FF2B5EF4-FFF2-40B4-BE49-F238E27FC236}">
                  <a16:creationId xmlns:a16="http://schemas.microsoft.com/office/drawing/2014/main" id="{0B632D6B-A327-41AB-BBCF-9A03AD2AB7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1" name="Freeform 12">
              <a:extLst>
                <a:ext uri="{FF2B5EF4-FFF2-40B4-BE49-F238E27FC236}">
                  <a16:creationId xmlns:a16="http://schemas.microsoft.com/office/drawing/2014/main" id="{F514BBC5-1736-4813-BECB-5A6B6738E5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2" name="Freeform 13">
              <a:extLst>
                <a:ext uri="{FF2B5EF4-FFF2-40B4-BE49-F238E27FC236}">
                  <a16:creationId xmlns:a16="http://schemas.microsoft.com/office/drawing/2014/main" id="{94A2C868-7AEC-4209-BFA3-7185B11D33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3" name="Freeform 14">
              <a:extLst>
                <a:ext uri="{FF2B5EF4-FFF2-40B4-BE49-F238E27FC236}">
                  <a16:creationId xmlns:a16="http://schemas.microsoft.com/office/drawing/2014/main" id="{FF56CB70-2B25-4695-ADC8-6092D0D112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 name="Freeform 15">
              <a:extLst>
                <a:ext uri="{FF2B5EF4-FFF2-40B4-BE49-F238E27FC236}">
                  <a16:creationId xmlns:a16="http://schemas.microsoft.com/office/drawing/2014/main" id="{BA411BEF-2182-4458-B9AF-1634B5C2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5" name="Freeform 16">
              <a:extLst>
                <a:ext uri="{FF2B5EF4-FFF2-40B4-BE49-F238E27FC236}">
                  <a16:creationId xmlns:a16="http://schemas.microsoft.com/office/drawing/2014/main" id="{53F27E63-3F11-4C85-AC72-1EE8508C4C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 name="Freeform 17">
              <a:extLst>
                <a:ext uri="{FF2B5EF4-FFF2-40B4-BE49-F238E27FC236}">
                  <a16:creationId xmlns:a16="http://schemas.microsoft.com/office/drawing/2014/main" id="{68B589BA-F70F-4E0B-94B9-EEB83EDF3F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 name="Freeform 18">
              <a:extLst>
                <a:ext uri="{FF2B5EF4-FFF2-40B4-BE49-F238E27FC236}">
                  <a16:creationId xmlns:a16="http://schemas.microsoft.com/office/drawing/2014/main" id="{9D0B991D-CB0A-415F-8D77-A5565F66F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 name="Freeform 19">
              <a:extLst>
                <a:ext uri="{FF2B5EF4-FFF2-40B4-BE49-F238E27FC236}">
                  <a16:creationId xmlns:a16="http://schemas.microsoft.com/office/drawing/2014/main" id="{701E99DE-74F0-41D1-BBF4-5A57053BB6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 name="Freeform 20">
              <a:extLst>
                <a:ext uri="{FF2B5EF4-FFF2-40B4-BE49-F238E27FC236}">
                  <a16:creationId xmlns:a16="http://schemas.microsoft.com/office/drawing/2014/main" id="{C02EE40A-8F17-4182-9495-9506463B79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bg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 name="Freeform 21">
              <a:extLst>
                <a:ext uri="{FF2B5EF4-FFF2-40B4-BE49-F238E27FC236}">
                  <a16:creationId xmlns:a16="http://schemas.microsoft.com/office/drawing/2014/main" id="{924210CA-0A35-4127-925F-D4084B7DC3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bg1">
                  <a:alpha val="35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1" name="Freeform 22">
              <a:extLst>
                <a:ext uri="{FF2B5EF4-FFF2-40B4-BE49-F238E27FC236}">
                  <a16:creationId xmlns:a16="http://schemas.microsoft.com/office/drawing/2014/main" id="{DC13CEF1-DD2D-474C-B81C-820CEF3D9C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2" name="Freeform 23">
              <a:extLst>
                <a:ext uri="{FF2B5EF4-FFF2-40B4-BE49-F238E27FC236}">
                  <a16:creationId xmlns:a16="http://schemas.microsoft.com/office/drawing/2014/main" id="{F889481A-8038-43E6-8EF1-A5F802CEDF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3" name="Freeform 24">
              <a:extLst>
                <a:ext uri="{FF2B5EF4-FFF2-40B4-BE49-F238E27FC236}">
                  <a16:creationId xmlns:a16="http://schemas.microsoft.com/office/drawing/2014/main" id="{128BD14A-9093-4854-A73A-F666B2ED2D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4" name="Freeform 25">
              <a:extLst>
                <a:ext uri="{FF2B5EF4-FFF2-40B4-BE49-F238E27FC236}">
                  <a16:creationId xmlns:a16="http://schemas.microsoft.com/office/drawing/2014/main" id="{22D884F4-76EC-4371-B903-E79CF191E3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bg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useBgFill="1">
        <p:nvSpPr>
          <p:cNvPr id="66" name="Rectangle 65">
            <a:extLst>
              <a:ext uri="{FF2B5EF4-FFF2-40B4-BE49-F238E27FC236}">
                <a16:creationId xmlns:a16="http://schemas.microsoft.com/office/drawing/2014/main" id="{7C462C46-EFB7-4580-9921-DFC346FCC3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23665" y="0"/>
            <a:ext cx="10268336" cy="68692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Isosceles Triangle 67">
            <a:extLst>
              <a:ext uri="{FF2B5EF4-FFF2-40B4-BE49-F238E27FC236}">
                <a16:creationId xmlns:a16="http://schemas.microsoft.com/office/drawing/2014/main" id="{B8B918B4-AB10-4E3A-916E-A9625586EA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97903" y="954813"/>
            <a:ext cx="300774" cy="25928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9" name="TextBox 8">
            <a:extLst>
              <a:ext uri="{FF2B5EF4-FFF2-40B4-BE49-F238E27FC236}">
                <a16:creationId xmlns:a16="http://schemas.microsoft.com/office/drawing/2014/main" id="{07A5DAB0-21C5-E948-6AD4-E9FE4260E137}"/>
              </a:ext>
            </a:extLst>
          </p:cNvPr>
          <p:cNvSpPr txBox="1"/>
          <p:nvPr/>
        </p:nvSpPr>
        <p:spPr>
          <a:xfrm>
            <a:off x="3584872" y="2867110"/>
            <a:ext cx="8782017" cy="2230353"/>
          </a:xfrm>
          <a:prstGeom prst="rect">
            <a:avLst/>
          </a:prstGeom>
        </p:spPr>
        <p:txBody>
          <a:bodyPr vert="horz" lIns="228600" tIns="228600" rIns="228600" bIns="228600" rtlCol="0" anchor="t">
            <a:normAutofit/>
          </a:bodyPr>
          <a:lstStyle/>
          <a:p>
            <a:pPr defTabSz="914400">
              <a:lnSpc>
                <a:spcPct val="85000"/>
              </a:lnSpc>
              <a:spcBef>
                <a:spcPct val="0"/>
              </a:spcBef>
              <a:spcAft>
                <a:spcPts val="600"/>
              </a:spcAft>
            </a:pPr>
            <a:r>
              <a:rPr lang="en-US" sz="6600" dirty="0">
                <a:solidFill>
                  <a:srgbClr val="002060"/>
                </a:solidFill>
                <a:latin typeface="Algerian" panose="04020705040A02060702" pitchFamily="82" charset="0"/>
              </a:rPr>
              <a:t>THANK YOU</a:t>
            </a:r>
          </a:p>
        </p:txBody>
      </p:sp>
    </p:spTree>
    <p:extLst>
      <p:ext uri="{BB962C8B-B14F-4D97-AF65-F5344CB8AC3E}">
        <p14:creationId xmlns:p14="http://schemas.microsoft.com/office/powerpoint/2010/main" val="1124234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theme/theme1.xml><?xml version="1.0" encoding="utf-8"?>
<a:theme xmlns:a="http://schemas.openxmlformats.org/drawingml/2006/main" name="Atlas">
  <a:themeElements>
    <a:clrScheme name="Atlas">
      <a:dk1>
        <a:sysClr val="windowText" lastClr="000000"/>
      </a:dk1>
      <a:lt1>
        <a:sysClr val="window" lastClr="FFFFFF"/>
      </a:lt1>
      <a:dk2>
        <a:srgbClr val="454545"/>
      </a:dk2>
      <a:lt2>
        <a:srgbClr val="E0E0E0"/>
      </a:lt2>
      <a:accent1>
        <a:srgbClr val="F81B02"/>
      </a:accent1>
      <a:accent2>
        <a:srgbClr val="FC7715"/>
      </a:accent2>
      <a:accent3>
        <a:srgbClr val="AFBF41"/>
      </a:accent3>
      <a:accent4>
        <a:srgbClr val="50C49F"/>
      </a:accent4>
      <a:accent5>
        <a:srgbClr val="3B95C4"/>
      </a:accent5>
      <a:accent6>
        <a:srgbClr val="B560D4"/>
      </a:accent6>
      <a:hlink>
        <a:srgbClr val="FC5A1A"/>
      </a:hlink>
      <a:folHlink>
        <a:srgbClr val="B49E74"/>
      </a:folHlink>
    </a:clrScheme>
    <a:fontScheme name="Atlas">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tlas">
      <a:fillStyleLst>
        <a:solidFill>
          <a:schemeClr val="phClr"/>
        </a:solidFill>
        <a:gradFill rotWithShape="1">
          <a:gsLst>
            <a:gs pos="0">
              <a:schemeClr val="phClr">
                <a:tint val="62000"/>
                <a:alpha val="60000"/>
                <a:satMod val="109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hade val="90000"/>
            </a:schemeClr>
          </a:solidFill>
          <a:prstDash val="solid"/>
        </a:ln>
        <a:ln w="15875" cap="flat" cmpd="sng" algn="ctr">
          <a:solidFill>
            <a:schemeClr val="phClr">
              <a:shade val="90000"/>
            </a:scheme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75000"/>
              </a:srgbClr>
            </a:outerShdw>
          </a:effectLst>
          <a:scene3d>
            <a:camera prst="orthographicFront">
              <a:rot lat="0" lon="0" rev="0"/>
            </a:camera>
            <a:lightRig rig="threePt" dir="tl"/>
          </a:scene3d>
          <a:sp3d>
            <a:bevelT w="0" h="0"/>
          </a:sp3d>
        </a:effectStyle>
      </a:effectStyleLst>
      <a:bgFillStyleLst>
        <a:solidFill>
          <a:schemeClr val="phClr"/>
        </a:solidFill>
        <a:solidFill>
          <a:schemeClr val="phClr"/>
        </a:solidFill>
        <a:gradFill rotWithShape="1">
          <a:gsLst>
            <a:gs pos="10000">
              <a:schemeClr val="phClr">
                <a:tint val="94000"/>
                <a:lumMod val="116000"/>
              </a:schemeClr>
            </a:gs>
            <a:gs pos="100000">
              <a:schemeClr val="phClr">
                <a:tint val="98000"/>
                <a:shade val="86000"/>
                <a:satMod val="90000"/>
                <a:lumMod val="88000"/>
              </a:schemeClr>
            </a:gs>
          </a:gsLst>
          <a:path path="circle">
            <a:fillToRect l="50000" t="15000" r="50000" b="169000"/>
          </a:path>
        </a:gradFill>
      </a:bgFillStyleLst>
    </a:fmtScheme>
  </a:themeElements>
  <a:objectDefaults/>
  <a:extraClrSchemeLst/>
  <a:extLst>
    <a:ext uri="{05A4C25C-085E-4340-85A3-A5531E510DB2}">
      <thm15:themeFamily xmlns:thm15="http://schemas.microsoft.com/office/thememl/2012/main" name="Atlas" id="{5156B0E4-0EB1-49FE-A26B-15F6F698AEC6}" vid="{508F7963-D0B5-43F7-BB2C-FCE3009C08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TM16401371[[fn=Atlas]]</Template>
  <TotalTime>155</TotalTime>
  <Words>622</Words>
  <Application>Microsoft Office PowerPoint</Application>
  <PresentationFormat>Widescreen</PresentationFormat>
  <Paragraphs>44</Paragraphs>
  <Slides>13</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Algerian</vt:lpstr>
      <vt:lpstr>Aptos</vt:lpstr>
      <vt:lpstr>Arial</vt:lpstr>
      <vt:lpstr>Calibri Light</vt:lpstr>
      <vt:lpstr>Rockwell</vt:lpstr>
      <vt:lpstr>Wingdings</vt:lpstr>
      <vt:lpstr>Atlas</vt:lpstr>
      <vt:lpstr>PowerPoint Presentation</vt:lpstr>
      <vt:lpstr>PowerPoint Presentation</vt:lpstr>
      <vt:lpstr>PowerPoint Presentation</vt:lpstr>
      <vt:lpstr>PowerPoint Presentation</vt:lpstr>
      <vt:lpstr>PowerPoint Presentation</vt:lpstr>
      <vt:lpstr>PowerPoint Presentation</vt:lpstr>
      <vt:lpstr>Visualize the segmentation of products based on Marketing Status</vt:lpstr>
      <vt:lpstr>Explore approval trends over the years based on different sponsors. Uncover patterns and changes in approval rates among sponsors</vt:lpstr>
      <vt:lpstr>Visualize the segmentation of products based on Marketing Status</vt:lpstr>
      <vt:lpstr>PowerPoint Presentation</vt:lpstr>
      <vt:lpstr>PowerPoint Presentation</vt:lpstr>
      <vt:lpstr>Visualize drug approvals based on therapeutic classes. Identify classes with the highest number of approvals.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Mamatha V</dc:creator>
  <cp:lastModifiedBy>Mamatha V</cp:lastModifiedBy>
  <cp:revision>41</cp:revision>
  <dcterms:created xsi:type="dcterms:W3CDTF">2024-03-20T09:11:01Z</dcterms:created>
  <dcterms:modified xsi:type="dcterms:W3CDTF">2024-05-09T11:04:03Z</dcterms:modified>
</cp:coreProperties>
</file>